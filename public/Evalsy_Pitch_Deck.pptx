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68" r:id="rId4"/>
    <p:sldId id="258" r:id="rId5"/>
    <p:sldId id="269" r:id="rId6"/>
    <p:sldId id="260" r:id="rId7"/>
    <p:sldId id="261" r:id="rId8"/>
    <p:sldId id="259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1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49DDE7-67D7-4EA3-8BC2-8A38546B494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7CA26C1-30FB-4175-90B9-93AC29BCAB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HR teams are overwhelmed by hundreds of resumes</a:t>
          </a:r>
        </a:p>
      </dgm:t>
    </dgm:pt>
    <dgm:pt modelId="{0976F49F-F836-44DF-AC10-84B79387FD37}" type="parTrans" cxnId="{676E2A65-1AC8-4639-922B-42C3BD2C528F}">
      <dgm:prSet/>
      <dgm:spPr/>
      <dgm:t>
        <a:bodyPr/>
        <a:lstStyle/>
        <a:p>
          <a:endParaRPr lang="en-US"/>
        </a:p>
      </dgm:t>
    </dgm:pt>
    <dgm:pt modelId="{DEB1BC72-0A2B-436A-B193-DE12BF6C4B38}" type="sibTrans" cxnId="{676E2A65-1AC8-4639-922B-42C3BD2C528F}">
      <dgm:prSet/>
      <dgm:spPr/>
      <dgm:t>
        <a:bodyPr/>
        <a:lstStyle/>
        <a:p>
          <a:endParaRPr lang="en-US"/>
        </a:p>
      </dgm:t>
    </dgm:pt>
    <dgm:pt modelId="{4CC4FAFD-1F08-47CD-B2C9-C8590EF9E8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Manual screening is time-consuming</a:t>
          </a:r>
        </a:p>
      </dgm:t>
    </dgm:pt>
    <dgm:pt modelId="{1F54C0CB-9258-400C-80AB-A68A94B80E69}" type="parTrans" cxnId="{344DDE05-6831-4A2B-A949-93D8694397ED}">
      <dgm:prSet/>
      <dgm:spPr/>
      <dgm:t>
        <a:bodyPr/>
        <a:lstStyle/>
        <a:p>
          <a:endParaRPr lang="en-US"/>
        </a:p>
      </dgm:t>
    </dgm:pt>
    <dgm:pt modelId="{899ECDE1-BBAF-4A21-A11E-A8C99A20D965}" type="sibTrans" cxnId="{344DDE05-6831-4A2B-A949-93D8694397ED}">
      <dgm:prSet/>
      <dgm:spPr/>
      <dgm:t>
        <a:bodyPr/>
        <a:lstStyle/>
        <a:p>
          <a:endParaRPr lang="en-US"/>
        </a:p>
      </dgm:t>
    </dgm:pt>
    <dgm:pt modelId="{315EF06E-3E25-4550-96B0-C4FEE40BFC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Interviews are inconsistent and slow to schedule</a:t>
          </a:r>
        </a:p>
      </dgm:t>
    </dgm:pt>
    <dgm:pt modelId="{4ED7DBDE-1F6F-42D7-BC80-F7C6309A6F3A}" type="parTrans" cxnId="{CE69BF05-CD59-4EBE-A0E0-014C60B5F67F}">
      <dgm:prSet/>
      <dgm:spPr/>
      <dgm:t>
        <a:bodyPr/>
        <a:lstStyle/>
        <a:p>
          <a:endParaRPr lang="en-US"/>
        </a:p>
      </dgm:t>
    </dgm:pt>
    <dgm:pt modelId="{5939927F-DC51-4091-A8B7-9B45E4818B9B}" type="sibTrans" cxnId="{CE69BF05-CD59-4EBE-A0E0-014C60B5F67F}">
      <dgm:prSet/>
      <dgm:spPr/>
      <dgm:t>
        <a:bodyPr/>
        <a:lstStyle/>
        <a:p>
          <a:endParaRPr lang="en-US"/>
        </a:p>
      </dgm:t>
    </dgm:pt>
    <dgm:pt modelId="{D7E19A71-B23E-4B93-B7F4-2A6E4B5B1C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High cost-per-hire, especially for SMBs</a:t>
          </a:r>
        </a:p>
      </dgm:t>
    </dgm:pt>
    <dgm:pt modelId="{4CB6EC04-1892-48D8-9108-F1A18DFDDA90}" type="parTrans" cxnId="{DC5F247B-3356-4D8A-B4C0-B461ACC9B458}">
      <dgm:prSet/>
      <dgm:spPr/>
      <dgm:t>
        <a:bodyPr/>
        <a:lstStyle/>
        <a:p>
          <a:endParaRPr lang="en-US"/>
        </a:p>
      </dgm:t>
    </dgm:pt>
    <dgm:pt modelId="{83729AEE-98C4-4AEC-AC25-410181465F4F}" type="sibTrans" cxnId="{DC5F247B-3356-4D8A-B4C0-B461ACC9B458}">
      <dgm:prSet/>
      <dgm:spPr/>
      <dgm:t>
        <a:bodyPr/>
        <a:lstStyle/>
        <a:p>
          <a:endParaRPr lang="en-US"/>
        </a:p>
      </dgm:t>
    </dgm:pt>
    <dgm:pt modelId="{3A3E14F1-835E-4321-A5B1-D597E6D7F5FD}" type="pres">
      <dgm:prSet presAssocID="{FD49DDE7-67D7-4EA3-8BC2-8A38546B4948}" presName="root" presStyleCnt="0">
        <dgm:presLayoutVars>
          <dgm:dir/>
          <dgm:resizeHandles val="exact"/>
        </dgm:presLayoutVars>
      </dgm:prSet>
      <dgm:spPr/>
    </dgm:pt>
    <dgm:pt modelId="{DAA31A6D-3C48-4C66-BAB5-917C282B185D}" type="pres">
      <dgm:prSet presAssocID="{57CA26C1-30FB-4175-90B9-93AC29BCAB18}" presName="compNode" presStyleCnt="0"/>
      <dgm:spPr/>
    </dgm:pt>
    <dgm:pt modelId="{3BD13C0C-B7E4-4A3E-8796-41CA9FBF0E45}" type="pres">
      <dgm:prSet presAssocID="{57CA26C1-30FB-4175-90B9-93AC29BCAB1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D56CBAF5-96E1-47AE-8081-E56F9CC284D7}" type="pres">
      <dgm:prSet presAssocID="{57CA26C1-30FB-4175-90B9-93AC29BCAB18}" presName="spaceRect" presStyleCnt="0"/>
      <dgm:spPr/>
    </dgm:pt>
    <dgm:pt modelId="{F9ED20CD-7511-4537-9D78-C52E6DEE6A78}" type="pres">
      <dgm:prSet presAssocID="{57CA26C1-30FB-4175-90B9-93AC29BCAB18}" presName="textRect" presStyleLbl="revTx" presStyleIdx="0" presStyleCnt="4">
        <dgm:presLayoutVars>
          <dgm:chMax val="1"/>
          <dgm:chPref val="1"/>
        </dgm:presLayoutVars>
      </dgm:prSet>
      <dgm:spPr/>
    </dgm:pt>
    <dgm:pt modelId="{B534417E-EA00-4EC6-A492-C55F4142D109}" type="pres">
      <dgm:prSet presAssocID="{DEB1BC72-0A2B-436A-B193-DE12BF6C4B38}" presName="sibTrans" presStyleCnt="0"/>
      <dgm:spPr/>
    </dgm:pt>
    <dgm:pt modelId="{0059788F-693B-43A6-937B-A078530938CB}" type="pres">
      <dgm:prSet presAssocID="{4CC4FAFD-1F08-47CD-B2C9-C8590EF9E843}" presName="compNode" presStyleCnt="0"/>
      <dgm:spPr/>
    </dgm:pt>
    <dgm:pt modelId="{A234ACA3-289E-4737-9815-CF11F80672A9}" type="pres">
      <dgm:prSet presAssocID="{4CC4FAFD-1F08-47CD-B2C9-C8590EF9E84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BC31E43-4539-4A70-955F-C42DEA7BAC3A}" type="pres">
      <dgm:prSet presAssocID="{4CC4FAFD-1F08-47CD-B2C9-C8590EF9E843}" presName="spaceRect" presStyleCnt="0"/>
      <dgm:spPr/>
    </dgm:pt>
    <dgm:pt modelId="{D80F6A07-3EE5-483F-9B1C-29595CD4F65B}" type="pres">
      <dgm:prSet presAssocID="{4CC4FAFD-1F08-47CD-B2C9-C8590EF9E843}" presName="textRect" presStyleLbl="revTx" presStyleIdx="1" presStyleCnt="4">
        <dgm:presLayoutVars>
          <dgm:chMax val="1"/>
          <dgm:chPref val="1"/>
        </dgm:presLayoutVars>
      </dgm:prSet>
      <dgm:spPr/>
    </dgm:pt>
    <dgm:pt modelId="{47A55E8E-5564-4706-9628-E79D0319F654}" type="pres">
      <dgm:prSet presAssocID="{899ECDE1-BBAF-4A21-A11E-A8C99A20D965}" presName="sibTrans" presStyleCnt="0"/>
      <dgm:spPr/>
    </dgm:pt>
    <dgm:pt modelId="{7C32202C-A4E0-4B7C-9E17-048AD15C75C6}" type="pres">
      <dgm:prSet presAssocID="{315EF06E-3E25-4550-96B0-C4FEE40BFC15}" presName="compNode" presStyleCnt="0"/>
      <dgm:spPr/>
    </dgm:pt>
    <dgm:pt modelId="{8ABC2394-59F4-490D-856F-7D532D0278F5}" type="pres">
      <dgm:prSet presAssocID="{315EF06E-3E25-4550-96B0-C4FEE40BFC1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5E2D682B-4A4D-481C-B5E4-5CDF8D2346E0}" type="pres">
      <dgm:prSet presAssocID="{315EF06E-3E25-4550-96B0-C4FEE40BFC15}" presName="spaceRect" presStyleCnt="0"/>
      <dgm:spPr/>
    </dgm:pt>
    <dgm:pt modelId="{B5CE6921-56CB-4B0B-91F8-CFEE4626513E}" type="pres">
      <dgm:prSet presAssocID="{315EF06E-3E25-4550-96B0-C4FEE40BFC15}" presName="textRect" presStyleLbl="revTx" presStyleIdx="2" presStyleCnt="4">
        <dgm:presLayoutVars>
          <dgm:chMax val="1"/>
          <dgm:chPref val="1"/>
        </dgm:presLayoutVars>
      </dgm:prSet>
      <dgm:spPr/>
    </dgm:pt>
    <dgm:pt modelId="{BE5394E8-2FA8-47E6-9756-6DBD71EEEF42}" type="pres">
      <dgm:prSet presAssocID="{5939927F-DC51-4091-A8B7-9B45E4818B9B}" presName="sibTrans" presStyleCnt="0"/>
      <dgm:spPr/>
    </dgm:pt>
    <dgm:pt modelId="{3DA8BF56-EA21-4B21-9C79-65AA3106DF91}" type="pres">
      <dgm:prSet presAssocID="{D7E19A71-B23E-4B93-B7F4-2A6E4B5B1CB8}" presName="compNode" presStyleCnt="0"/>
      <dgm:spPr/>
    </dgm:pt>
    <dgm:pt modelId="{EBC3C102-1E0D-4772-AC6F-C704EB340C7D}" type="pres">
      <dgm:prSet presAssocID="{D7E19A71-B23E-4B93-B7F4-2A6E4B5B1CB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lder"/>
        </a:ext>
      </dgm:extLst>
    </dgm:pt>
    <dgm:pt modelId="{BFB6EA24-DFC2-4E71-A837-39B760CFE15A}" type="pres">
      <dgm:prSet presAssocID="{D7E19A71-B23E-4B93-B7F4-2A6E4B5B1CB8}" presName="spaceRect" presStyleCnt="0"/>
      <dgm:spPr/>
    </dgm:pt>
    <dgm:pt modelId="{D77E9E7D-1838-4D03-9E83-8CD1FF4317CB}" type="pres">
      <dgm:prSet presAssocID="{D7E19A71-B23E-4B93-B7F4-2A6E4B5B1CB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E69BF05-CD59-4EBE-A0E0-014C60B5F67F}" srcId="{FD49DDE7-67D7-4EA3-8BC2-8A38546B4948}" destId="{315EF06E-3E25-4550-96B0-C4FEE40BFC15}" srcOrd="2" destOrd="0" parTransId="{4ED7DBDE-1F6F-42D7-BC80-F7C6309A6F3A}" sibTransId="{5939927F-DC51-4091-A8B7-9B45E4818B9B}"/>
    <dgm:cxn modelId="{344DDE05-6831-4A2B-A949-93D8694397ED}" srcId="{FD49DDE7-67D7-4EA3-8BC2-8A38546B4948}" destId="{4CC4FAFD-1F08-47CD-B2C9-C8590EF9E843}" srcOrd="1" destOrd="0" parTransId="{1F54C0CB-9258-400C-80AB-A68A94B80E69}" sibTransId="{899ECDE1-BBAF-4A21-A11E-A8C99A20D965}"/>
    <dgm:cxn modelId="{CE3AFE1B-C935-4C3B-9844-F018D92312F9}" type="presOf" srcId="{57CA26C1-30FB-4175-90B9-93AC29BCAB18}" destId="{F9ED20CD-7511-4537-9D78-C52E6DEE6A78}" srcOrd="0" destOrd="0" presId="urn:microsoft.com/office/officeart/2018/2/layout/IconLabelList"/>
    <dgm:cxn modelId="{C6E9C063-1961-4068-B0AD-43E0A00E980D}" type="presOf" srcId="{315EF06E-3E25-4550-96B0-C4FEE40BFC15}" destId="{B5CE6921-56CB-4B0B-91F8-CFEE4626513E}" srcOrd="0" destOrd="0" presId="urn:microsoft.com/office/officeart/2018/2/layout/IconLabelList"/>
    <dgm:cxn modelId="{676E2A65-1AC8-4639-922B-42C3BD2C528F}" srcId="{FD49DDE7-67D7-4EA3-8BC2-8A38546B4948}" destId="{57CA26C1-30FB-4175-90B9-93AC29BCAB18}" srcOrd="0" destOrd="0" parTransId="{0976F49F-F836-44DF-AC10-84B79387FD37}" sibTransId="{DEB1BC72-0A2B-436A-B193-DE12BF6C4B38}"/>
    <dgm:cxn modelId="{BD943B54-AE87-424A-A16D-957741EF02C3}" type="presOf" srcId="{FD49DDE7-67D7-4EA3-8BC2-8A38546B4948}" destId="{3A3E14F1-835E-4321-A5B1-D597E6D7F5FD}" srcOrd="0" destOrd="0" presId="urn:microsoft.com/office/officeart/2018/2/layout/IconLabelList"/>
    <dgm:cxn modelId="{DC5F247B-3356-4D8A-B4C0-B461ACC9B458}" srcId="{FD49DDE7-67D7-4EA3-8BC2-8A38546B4948}" destId="{D7E19A71-B23E-4B93-B7F4-2A6E4B5B1CB8}" srcOrd="3" destOrd="0" parTransId="{4CB6EC04-1892-48D8-9108-F1A18DFDDA90}" sibTransId="{83729AEE-98C4-4AEC-AC25-410181465F4F}"/>
    <dgm:cxn modelId="{4BC5589B-1F2E-4B14-8D7D-05DA930EADBE}" type="presOf" srcId="{D7E19A71-B23E-4B93-B7F4-2A6E4B5B1CB8}" destId="{D77E9E7D-1838-4D03-9E83-8CD1FF4317CB}" srcOrd="0" destOrd="0" presId="urn:microsoft.com/office/officeart/2018/2/layout/IconLabelList"/>
    <dgm:cxn modelId="{8AD956F7-96AE-49AB-ABA7-0CD86016EDFF}" type="presOf" srcId="{4CC4FAFD-1F08-47CD-B2C9-C8590EF9E843}" destId="{D80F6A07-3EE5-483F-9B1C-29595CD4F65B}" srcOrd="0" destOrd="0" presId="urn:microsoft.com/office/officeart/2018/2/layout/IconLabelList"/>
    <dgm:cxn modelId="{22F97737-F480-4944-9E5B-2BE4AC222D8F}" type="presParOf" srcId="{3A3E14F1-835E-4321-A5B1-D597E6D7F5FD}" destId="{DAA31A6D-3C48-4C66-BAB5-917C282B185D}" srcOrd="0" destOrd="0" presId="urn:microsoft.com/office/officeart/2018/2/layout/IconLabelList"/>
    <dgm:cxn modelId="{FAD3CA2F-95EF-4DBE-BD62-FFBD8FC4BF18}" type="presParOf" srcId="{DAA31A6D-3C48-4C66-BAB5-917C282B185D}" destId="{3BD13C0C-B7E4-4A3E-8796-41CA9FBF0E45}" srcOrd="0" destOrd="0" presId="urn:microsoft.com/office/officeart/2018/2/layout/IconLabelList"/>
    <dgm:cxn modelId="{CD9DB58C-A5FC-492C-86CC-430C90A3FF97}" type="presParOf" srcId="{DAA31A6D-3C48-4C66-BAB5-917C282B185D}" destId="{D56CBAF5-96E1-47AE-8081-E56F9CC284D7}" srcOrd="1" destOrd="0" presId="urn:microsoft.com/office/officeart/2018/2/layout/IconLabelList"/>
    <dgm:cxn modelId="{BFC84689-1585-455F-B731-2FE86E323D86}" type="presParOf" srcId="{DAA31A6D-3C48-4C66-BAB5-917C282B185D}" destId="{F9ED20CD-7511-4537-9D78-C52E6DEE6A78}" srcOrd="2" destOrd="0" presId="urn:microsoft.com/office/officeart/2018/2/layout/IconLabelList"/>
    <dgm:cxn modelId="{1714D508-2604-45EB-88AE-0206002DF7B9}" type="presParOf" srcId="{3A3E14F1-835E-4321-A5B1-D597E6D7F5FD}" destId="{B534417E-EA00-4EC6-A492-C55F4142D109}" srcOrd="1" destOrd="0" presId="urn:microsoft.com/office/officeart/2018/2/layout/IconLabelList"/>
    <dgm:cxn modelId="{867A9B9C-4AB7-4844-B689-30E0FBE4B4CD}" type="presParOf" srcId="{3A3E14F1-835E-4321-A5B1-D597E6D7F5FD}" destId="{0059788F-693B-43A6-937B-A078530938CB}" srcOrd="2" destOrd="0" presId="urn:microsoft.com/office/officeart/2018/2/layout/IconLabelList"/>
    <dgm:cxn modelId="{36CE8D1C-0F66-4BE9-8EC2-176590FE83C4}" type="presParOf" srcId="{0059788F-693B-43A6-937B-A078530938CB}" destId="{A234ACA3-289E-4737-9815-CF11F80672A9}" srcOrd="0" destOrd="0" presId="urn:microsoft.com/office/officeart/2018/2/layout/IconLabelList"/>
    <dgm:cxn modelId="{00DB2DE5-6CF8-4326-BD92-51F433A3ABD6}" type="presParOf" srcId="{0059788F-693B-43A6-937B-A078530938CB}" destId="{9BC31E43-4539-4A70-955F-C42DEA7BAC3A}" srcOrd="1" destOrd="0" presId="urn:microsoft.com/office/officeart/2018/2/layout/IconLabelList"/>
    <dgm:cxn modelId="{A731606C-89F3-4E0F-BD27-FFFD81B6CDE9}" type="presParOf" srcId="{0059788F-693B-43A6-937B-A078530938CB}" destId="{D80F6A07-3EE5-483F-9B1C-29595CD4F65B}" srcOrd="2" destOrd="0" presId="urn:microsoft.com/office/officeart/2018/2/layout/IconLabelList"/>
    <dgm:cxn modelId="{A33E5CC9-02F8-4A06-8CA9-E06B5CEE5109}" type="presParOf" srcId="{3A3E14F1-835E-4321-A5B1-D597E6D7F5FD}" destId="{47A55E8E-5564-4706-9628-E79D0319F654}" srcOrd="3" destOrd="0" presId="urn:microsoft.com/office/officeart/2018/2/layout/IconLabelList"/>
    <dgm:cxn modelId="{C42A80E0-40BF-48DC-9657-6F10D6D988AF}" type="presParOf" srcId="{3A3E14F1-835E-4321-A5B1-D597E6D7F5FD}" destId="{7C32202C-A4E0-4B7C-9E17-048AD15C75C6}" srcOrd="4" destOrd="0" presId="urn:microsoft.com/office/officeart/2018/2/layout/IconLabelList"/>
    <dgm:cxn modelId="{E6937345-D700-4662-B16B-8433B3C1A1A7}" type="presParOf" srcId="{7C32202C-A4E0-4B7C-9E17-048AD15C75C6}" destId="{8ABC2394-59F4-490D-856F-7D532D0278F5}" srcOrd="0" destOrd="0" presId="urn:microsoft.com/office/officeart/2018/2/layout/IconLabelList"/>
    <dgm:cxn modelId="{7D26E5F7-F4FE-4718-A608-08165AE277F2}" type="presParOf" srcId="{7C32202C-A4E0-4B7C-9E17-048AD15C75C6}" destId="{5E2D682B-4A4D-481C-B5E4-5CDF8D2346E0}" srcOrd="1" destOrd="0" presId="urn:microsoft.com/office/officeart/2018/2/layout/IconLabelList"/>
    <dgm:cxn modelId="{77DC3B09-577C-4A11-904B-CB7ADADE168A}" type="presParOf" srcId="{7C32202C-A4E0-4B7C-9E17-048AD15C75C6}" destId="{B5CE6921-56CB-4B0B-91F8-CFEE4626513E}" srcOrd="2" destOrd="0" presId="urn:microsoft.com/office/officeart/2018/2/layout/IconLabelList"/>
    <dgm:cxn modelId="{39549944-E2BE-4EF8-9871-A527382BD232}" type="presParOf" srcId="{3A3E14F1-835E-4321-A5B1-D597E6D7F5FD}" destId="{BE5394E8-2FA8-47E6-9756-6DBD71EEEF42}" srcOrd="5" destOrd="0" presId="urn:microsoft.com/office/officeart/2018/2/layout/IconLabelList"/>
    <dgm:cxn modelId="{E17923A5-0D6A-4B9E-A19E-A350926555F3}" type="presParOf" srcId="{3A3E14F1-835E-4321-A5B1-D597E6D7F5FD}" destId="{3DA8BF56-EA21-4B21-9C79-65AA3106DF91}" srcOrd="6" destOrd="0" presId="urn:microsoft.com/office/officeart/2018/2/layout/IconLabelList"/>
    <dgm:cxn modelId="{53CBA098-5648-4CB3-889E-E104705916EC}" type="presParOf" srcId="{3DA8BF56-EA21-4B21-9C79-65AA3106DF91}" destId="{EBC3C102-1E0D-4772-AC6F-C704EB340C7D}" srcOrd="0" destOrd="0" presId="urn:microsoft.com/office/officeart/2018/2/layout/IconLabelList"/>
    <dgm:cxn modelId="{A9302F8B-DBEC-4B49-9D1C-85B718716030}" type="presParOf" srcId="{3DA8BF56-EA21-4B21-9C79-65AA3106DF91}" destId="{BFB6EA24-DFC2-4E71-A837-39B760CFE15A}" srcOrd="1" destOrd="0" presId="urn:microsoft.com/office/officeart/2018/2/layout/IconLabelList"/>
    <dgm:cxn modelId="{791A20CD-14CF-4D40-B669-2A532340221E}" type="presParOf" srcId="{3DA8BF56-EA21-4B21-9C79-65AA3106DF91}" destId="{D77E9E7D-1838-4D03-9E83-8CD1FF4317C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A753AA-59C4-4472-83A6-4E307633FAE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F3D8DA8-56F3-4ABA-B670-9622F1B735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Evalsy is an AI-powered hiring assistant:</a:t>
          </a:r>
        </a:p>
      </dgm:t>
    </dgm:pt>
    <dgm:pt modelId="{01E70CF0-C667-454E-807C-8177CFD2F452}" type="parTrans" cxnId="{9F10439E-3F2A-4C0D-A215-548876941815}">
      <dgm:prSet/>
      <dgm:spPr/>
      <dgm:t>
        <a:bodyPr/>
        <a:lstStyle/>
        <a:p>
          <a:endParaRPr lang="en-US"/>
        </a:p>
      </dgm:t>
    </dgm:pt>
    <dgm:pt modelId="{129EA633-0313-4B06-B4B7-0148FBB3DB28}" type="sibTrans" cxnId="{9F10439E-3F2A-4C0D-A215-548876941815}">
      <dgm:prSet/>
      <dgm:spPr/>
      <dgm:t>
        <a:bodyPr/>
        <a:lstStyle/>
        <a:p>
          <a:endParaRPr lang="en-US"/>
        </a:p>
      </dgm:t>
    </dgm:pt>
    <dgm:pt modelId="{E8582C0E-2AE3-4F0C-9EF9-A33281AC80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AI Resume Screening</a:t>
          </a:r>
        </a:p>
      </dgm:t>
    </dgm:pt>
    <dgm:pt modelId="{ABDBAE35-BB8E-4431-AA61-83FE97DC960C}" type="parTrans" cxnId="{2AAFA999-7701-4419-90F7-3AB42D515092}">
      <dgm:prSet/>
      <dgm:spPr/>
      <dgm:t>
        <a:bodyPr/>
        <a:lstStyle/>
        <a:p>
          <a:endParaRPr lang="en-US"/>
        </a:p>
      </dgm:t>
    </dgm:pt>
    <dgm:pt modelId="{C880BFD6-E98B-478D-B4D2-383568213FC7}" type="sibTrans" cxnId="{2AAFA999-7701-4419-90F7-3AB42D515092}">
      <dgm:prSet/>
      <dgm:spPr/>
      <dgm:t>
        <a:bodyPr/>
        <a:lstStyle/>
        <a:p>
          <a:endParaRPr lang="en-US"/>
        </a:p>
      </dgm:t>
    </dgm:pt>
    <dgm:pt modelId="{46BB4EAF-194C-4D6F-8D34-338F73905B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Automated Video Interviews</a:t>
          </a:r>
        </a:p>
      </dgm:t>
    </dgm:pt>
    <dgm:pt modelId="{F27227D3-048E-468B-B033-EC6346520954}" type="parTrans" cxnId="{C63D37C5-8CDD-49FF-AF91-0A7985A505D1}">
      <dgm:prSet/>
      <dgm:spPr/>
      <dgm:t>
        <a:bodyPr/>
        <a:lstStyle/>
        <a:p>
          <a:endParaRPr lang="en-US"/>
        </a:p>
      </dgm:t>
    </dgm:pt>
    <dgm:pt modelId="{5997230B-8F45-4B6F-9FB9-C34DE581BA5D}" type="sibTrans" cxnId="{C63D37C5-8CDD-49FF-AF91-0A7985A505D1}">
      <dgm:prSet/>
      <dgm:spPr/>
      <dgm:t>
        <a:bodyPr/>
        <a:lstStyle/>
        <a:p>
          <a:endParaRPr lang="en-US"/>
        </a:p>
      </dgm:t>
    </dgm:pt>
    <dgm:pt modelId="{6E0E7950-219D-46C0-A6C1-7E0CF0C686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Instant Interview Invites</a:t>
          </a:r>
        </a:p>
      </dgm:t>
    </dgm:pt>
    <dgm:pt modelId="{B5DAA5FF-A65A-486C-BA22-0B848E57A506}" type="parTrans" cxnId="{4E1D049F-16AC-4301-ADC7-B175D6F215A6}">
      <dgm:prSet/>
      <dgm:spPr/>
      <dgm:t>
        <a:bodyPr/>
        <a:lstStyle/>
        <a:p>
          <a:endParaRPr lang="en-US"/>
        </a:p>
      </dgm:t>
    </dgm:pt>
    <dgm:pt modelId="{D7F6E036-9942-4943-AEA2-BC0BA7E62489}" type="sibTrans" cxnId="{4E1D049F-16AC-4301-ADC7-B175D6F215A6}">
      <dgm:prSet/>
      <dgm:spPr/>
      <dgm:t>
        <a:bodyPr/>
        <a:lstStyle/>
        <a:p>
          <a:endParaRPr lang="en-US"/>
        </a:p>
      </dgm:t>
    </dgm:pt>
    <dgm:pt modelId="{C4005034-6123-4AEA-A417-A84C2AFD26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Usage-Based Pricing</a:t>
          </a:r>
        </a:p>
      </dgm:t>
    </dgm:pt>
    <dgm:pt modelId="{3D8C8404-8CCA-4B91-8F67-D331F47329BD}" type="parTrans" cxnId="{A7D535A3-2799-4496-BDC6-F23EEB88F31E}">
      <dgm:prSet/>
      <dgm:spPr/>
      <dgm:t>
        <a:bodyPr/>
        <a:lstStyle/>
        <a:p>
          <a:endParaRPr lang="en-US"/>
        </a:p>
      </dgm:t>
    </dgm:pt>
    <dgm:pt modelId="{C6227BC2-F388-4708-8A51-7161F47B7A4F}" type="sibTrans" cxnId="{A7D535A3-2799-4496-BDC6-F23EEB88F31E}">
      <dgm:prSet/>
      <dgm:spPr/>
      <dgm:t>
        <a:bodyPr/>
        <a:lstStyle/>
        <a:p>
          <a:endParaRPr lang="en-US"/>
        </a:p>
      </dgm:t>
    </dgm:pt>
    <dgm:pt modelId="{8D96DDF9-0204-479E-9B0F-5A6360EF51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Faster, fairer, and cost-effective hiring.</a:t>
          </a:r>
        </a:p>
      </dgm:t>
    </dgm:pt>
    <dgm:pt modelId="{022BF02C-E8B1-4614-8B1C-36D21921B788}" type="parTrans" cxnId="{30DDB75F-4A9C-45E3-83F0-CA7A6C5DE4B7}">
      <dgm:prSet/>
      <dgm:spPr/>
      <dgm:t>
        <a:bodyPr/>
        <a:lstStyle/>
        <a:p>
          <a:endParaRPr lang="en-US"/>
        </a:p>
      </dgm:t>
    </dgm:pt>
    <dgm:pt modelId="{130E2F28-25EA-4E25-BBBD-C2ACAC4C0E9D}" type="sibTrans" cxnId="{30DDB75F-4A9C-45E3-83F0-CA7A6C5DE4B7}">
      <dgm:prSet/>
      <dgm:spPr/>
      <dgm:t>
        <a:bodyPr/>
        <a:lstStyle/>
        <a:p>
          <a:endParaRPr lang="en-US"/>
        </a:p>
      </dgm:t>
    </dgm:pt>
    <dgm:pt modelId="{467D658C-3F30-43CE-9985-793CC3924E44}" type="pres">
      <dgm:prSet presAssocID="{3AA753AA-59C4-4472-83A6-4E307633FAE0}" presName="root" presStyleCnt="0">
        <dgm:presLayoutVars>
          <dgm:dir/>
          <dgm:resizeHandles val="exact"/>
        </dgm:presLayoutVars>
      </dgm:prSet>
      <dgm:spPr/>
    </dgm:pt>
    <dgm:pt modelId="{6BB39329-CDF6-4613-838E-ACEAA6161153}" type="pres">
      <dgm:prSet presAssocID="{4F3D8DA8-56F3-4ABA-B670-9622F1B73510}" presName="compNode" presStyleCnt="0"/>
      <dgm:spPr/>
    </dgm:pt>
    <dgm:pt modelId="{854BD0E3-7A62-4448-A175-A2393B15468D}" type="pres">
      <dgm:prSet presAssocID="{4F3D8DA8-56F3-4ABA-B670-9622F1B7351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BBFF5E1-3315-4CAE-94EF-2BA7A4B6A2ED}" type="pres">
      <dgm:prSet presAssocID="{4F3D8DA8-56F3-4ABA-B670-9622F1B73510}" presName="spaceRect" presStyleCnt="0"/>
      <dgm:spPr/>
    </dgm:pt>
    <dgm:pt modelId="{80FFFD99-247F-4F53-BDB8-69A47E5D79B8}" type="pres">
      <dgm:prSet presAssocID="{4F3D8DA8-56F3-4ABA-B670-9622F1B73510}" presName="textRect" presStyleLbl="revTx" presStyleIdx="0" presStyleCnt="6">
        <dgm:presLayoutVars>
          <dgm:chMax val="1"/>
          <dgm:chPref val="1"/>
        </dgm:presLayoutVars>
      </dgm:prSet>
      <dgm:spPr/>
    </dgm:pt>
    <dgm:pt modelId="{A4ED5652-E816-40ED-B731-C2195517F0C3}" type="pres">
      <dgm:prSet presAssocID="{129EA633-0313-4B06-B4B7-0148FBB3DB28}" presName="sibTrans" presStyleCnt="0"/>
      <dgm:spPr/>
    </dgm:pt>
    <dgm:pt modelId="{34D55855-C992-4A56-9CC1-5C2F9272313B}" type="pres">
      <dgm:prSet presAssocID="{E8582C0E-2AE3-4F0C-9EF9-A33281AC80D5}" presName="compNode" presStyleCnt="0"/>
      <dgm:spPr/>
    </dgm:pt>
    <dgm:pt modelId="{757DD277-5F08-42D6-A95A-8A2AE5954636}" type="pres">
      <dgm:prSet presAssocID="{E8582C0E-2AE3-4F0C-9EF9-A33281AC80D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4ACB6D0-2988-4F29-821B-7BC0FDF123F4}" type="pres">
      <dgm:prSet presAssocID="{E8582C0E-2AE3-4F0C-9EF9-A33281AC80D5}" presName="spaceRect" presStyleCnt="0"/>
      <dgm:spPr/>
    </dgm:pt>
    <dgm:pt modelId="{C0A0C1CA-6669-4958-BF04-9349C4A61D96}" type="pres">
      <dgm:prSet presAssocID="{E8582C0E-2AE3-4F0C-9EF9-A33281AC80D5}" presName="textRect" presStyleLbl="revTx" presStyleIdx="1" presStyleCnt="6">
        <dgm:presLayoutVars>
          <dgm:chMax val="1"/>
          <dgm:chPref val="1"/>
        </dgm:presLayoutVars>
      </dgm:prSet>
      <dgm:spPr/>
    </dgm:pt>
    <dgm:pt modelId="{9F036990-1DA6-492E-95A3-468A4260F070}" type="pres">
      <dgm:prSet presAssocID="{C880BFD6-E98B-478D-B4D2-383568213FC7}" presName="sibTrans" presStyleCnt="0"/>
      <dgm:spPr/>
    </dgm:pt>
    <dgm:pt modelId="{BE358014-F8C7-40A8-847A-1C643B16F83C}" type="pres">
      <dgm:prSet presAssocID="{46BB4EAF-194C-4D6F-8D34-338F73905BD7}" presName="compNode" presStyleCnt="0"/>
      <dgm:spPr/>
    </dgm:pt>
    <dgm:pt modelId="{1D86AFFC-B83E-4244-A8F1-3AF6E0591AC5}" type="pres">
      <dgm:prSet presAssocID="{46BB4EAF-194C-4D6F-8D34-338F73905BD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8E1ED7E7-F296-4A71-917A-26CA6860C84E}" type="pres">
      <dgm:prSet presAssocID="{46BB4EAF-194C-4D6F-8D34-338F73905BD7}" presName="spaceRect" presStyleCnt="0"/>
      <dgm:spPr/>
    </dgm:pt>
    <dgm:pt modelId="{D8839286-D696-4576-9DF9-F259C0534050}" type="pres">
      <dgm:prSet presAssocID="{46BB4EAF-194C-4D6F-8D34-338F73905BD7}" presName="textRect" presStyleLbl="revTx" presStyleIdx="2" presStyleCnt="6">
        <dgm:presLayoutVars>
          <dgm:chMax val="1"/>
          <dgm:chPref val="1"/>
        </dgm:presLayoutVars>
      </dgm:prSet>
      <dgm:spPr/>
    </dgm:pt>
    <dgm:pt modelId="{A1F507D7-BBD4-4FD5-8CFC-32FD7937A5EF}" type="pres">
      <dgm:prSet presAssocID="{5997230B-8F45-4B6F-9FB9-C34DE581BA5D}" presName="sibTrans" presStyleCnt="0"/>
      <dgm:spPr/>
    </dgm:pt>
    <dgm:pt modelId="{2A57C47D-AA7C-4EFF-ADBD-75079631C622}" type="pres">
      <dgm:prSet presAssocID="{6E0E7950-219D-46C0-A6C1-7E0CF0C68671}" presName="compNode" presStyleCnt="0"/>
      <dgm:spPr/>
    </dgm:pt>
    <dgm:pt modelId="{5663D113-585D-4E44-BD4D-A03D3B593AA0}" type="pres">
      <dgm:prSet presAssocID="{6E0E7950-219D-46C0-A6C1-7E0CF0C6867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CC4DA0FD-7473-403C-B17B-0B4BD5835C4A}" type="pres">
      <dgm:prSet presAssocID="{6E0E7950-219D-46C0-A6C1-7E0CF0C68671}" presName="spaceRect" presStyleCnt="0"/>
      <dgm:spPr/>
    </dgm:pt>
    <dgm:pt modelId="{A16A608F-8397-445A-8B03-15B3A83F87C5}" type="pres">
      <dgm:prSet presAssocID="{6E0E7950-219D-46C0-A6C1-7E0CF0C68671}" presName="textRect" presStyleLbl="revTx" presStyleIdx="3" presStyleCnt="6">
        <dgm:presLayoutVars>
          <dgm:chMax val="1"/>
          <dgm:chPref val="1"/>
        </dgm:presLayoutVars>
      </dgm:prSet>
      <dgm:spPr/>
    </dgm:pt>
    <dgm:pt modelId="{6E7B57FF-7F3E-456F-ABF6-8F70ABD62352}" type="pres">
      <dgm:prSet presAssocID="{D7F6E036-9942-4943-AEA2-BC0BA7E62489}" presName="sibTrans" presStyleCnt="0"/>
      <dgm:spPr/>
    </dgm:pt>
    <dgm:pt modelId="{75ADDA15-7E9D-48F5-BF6B-C942586E120B}" type="pres">
      <dgm:prSet presAssocID="{C4005034-6123-4AEA-A417-A84C2AFD26D0}" presName="compNode" presStyleCnt="0"/>
      <dgm:spPr/>
    </dgm:pt>
    <dgm:pt modelId="{86DD9F6B-00C0-491E-BEFC-9BBF0FD9E9EB}" type="pres">
      <dgm:prSet presAssocID="{C4005034-6123-4AEA-A417-A84C2AFD26D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C7271522-67CE-40BC-9995-F204FADD10B8}" type="pres">
      <dgm:prSet presAssocID="{C4005034-6123-4AEA-A417-A84C2AFD26D0}" presName="spaceRect" presStyleCnt="0"/>
      <dgm:spPr/>
    </dgm:pt>
    <dgm:pt modelId="{A1CE79A3-AED8-42D4-A210-A4533304D91E}" type="pres">
      <dgm:prSet presAssocID="{C4005034-6123-4AEA-A417-A84C2AFD26D0}" presName="textRect" presStyleLbl="revTx" presStyleIdx="4" presStyleCnt="6">
        <dgm:presLayoutVars>
          <dgm:chMax val="1"/>
          <dgm:chPref val="1"/>
        </dgm:presLayoutVars>
      </dgm:prSet>
      <dgm:spPr/>
    </dgm:pt>
    <dgm:pt modelId="{D993D609-0147-45DE-BEAB-E811B999518A}" type="pres">
      <dgm:prSet presAssocID="{C6227BC2-F388-4708-8A51-7161F47B7A4F}" presName="sibTrans" presStyleCnt="0"/>
      <dgm:spPr/>
    </dgm:pt>
    <dgm:pt modelId="{E8ADC31B-6019-486F-B58D-2FF5CA2C1CA5}" type="pres">
      <dgm:prSet presAssocID="{8D96DDF9-0204-479E-9B0F-5A6360EF513E}" presName="compNode" presStyleCnt="0"/>
      <dgm:spPr/>
    </dgm:pt>
    <dgm:pt modelId="{AB4CBE62-4838-4211-ACEA-E0F9C2959E0A}" type="pres">
      <dgm:prSet presAssocID="{8D96DDF9-0204-479E-9B0F-5A6360EF513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6172A4C9-6B10-4D48-B45F-AB16F9F81434}" type="pres">
      <dgm:prSet presAssocID="{8D96DDF9-0204-479E-9B0F-5A6360EF513E}" presName="spaceRect" presStyleCnt="0"/>
      <dgm:spPr/>
    </dgm:pt>
    <dgm:pt modelId="{D0DD894A-F55F-4F7F-BD7E-B2F4B8A103CE}" type="pres">
      <dgm:prSet presAssocID="{8D96DDF9-0204-479E-9B0F-5A6360EF513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E8DDC08-76EE-4148-88CE-0E0DCA8A3596}" type="presOf" srcId="{6E0E7950-219D-46C0-A6C1-7E0CF0C68671}" destId="{A16A608F-8397-445A-8B03-15B3A83F87C5}" srcOrd="0" destOrd="0" presId="urn:microsoft.com/office/officeart/2018/2/layout/IconLabelList"/>
    <dgm:cxn modelId="{5DE7A711-CA3E-4F76-8C6A-69C6B17BEA32}" type="presOf" srcId="{3AA753AA-59C4-4472-83A6-4E307633FAE0}" destId="{467D658C-3F30-43CE-9985-793CC3924E44}" srcOrd="0" destOrd="0" presId="urn:microsoft.com/office/officeart/2018/2/layout/IconLabelList"/>
    <dgm:cxn modelId="{FA4F545B-3C80-448B-8D74-AA7B1E0D50D1}" type="presOf" srcId="{4F3D8DA8-56F3-4ABA-B670-9622F1B73510}" destId="{80FFFD99-247F-4F53-BDB8-69A47E5D79B8}" srcOrd="0" destOrd="0" presId="urn:microsoft.com/office/officeart/2018/2/layout/IconLabelList"/>
    <dgm:cxn modelId="{30DDB75F-4A9C-45E3-83F0-CA7A6C5DE4B7}" srcId="{3AA753AA-59C4-4472-83A6-4E307633FAE0}" destId="{8D96DDF9-0204-479E-9B0F-5A6360EF513E}" srcOrd="5" destOrd="0" parTransId="{022BF02C-E8B1-4614-8B1C-36D21921B788}" sibTransId="{130E2F28-25EA-4E25-BBBD-C2ACAC4C0E9D}"/>
    <dgm:cxn modelId="{2AAFA999-7701-4419-90F7-3AB42D515092}" srcId="{3AA753AA-59C4-4472-83A6-4E307633FAE0}" destId="{E8582C0E-2AE3-4F0C-9EF9-A33281AC80D5}" srcOrd="1" destOrd="0" parTransId="{ABDBAE35-BB8E-4431-AA61-83FE97DC960C}" sibTransId="{C880BFD6-E98B-478D-B4D2-383568213FC7}"/>
    <dgm:cxn modelId="{9F10439E-3F2A-4C0D-A215-548876941815}" srcId="{3AA753AA-59C4-4472-83A6-4E307633FAE0}" destId="{4F3D8DA8-56F3-4ABA-B670-9622F1B73510}" srcOrd="0" destOrd="0" parTransId="{01E70CF0-C667-454E-807C-8177CFD2F452}" sibTransId="{129EA633-0313-4B06-B4B7-0148FBB3DB28}"/>
    <dgm:cxn modelId="{4E1D049F-16AC-4301-ADC7-B175D6F215A6}" srcId="{3AA753AA-59C4-4472-83A6-4E307633FAE0}" destId="{6E0E7950-219D-46C0-A6C1-7E0CF0C68671}" srcOrd="3" destOrd="0" parTransId="{B5DAA5FF-A65A-486C-BA22-0B848E57A506}" sibTransId="{D7F6E036-9942-4943-AEA2-BC0BA7E62489}"/>
    <dgm:cxn modelId="{A7D535A3-2799-4496-BDC6-F23EEB88F31E}" srcId="{3AA753AA-59C4-4472-83A6-4E307633FAE0}" destId="{C4005034-6123-4AEA-A417-A84C2AFD26D0}" srcOrd="4" destOrd="0" parTransId="{3D8C8404-8CCA-4B91-8F67-D331F47329BD}" sibTransId="{C6227BC2-F388-4708-8A51-7161F47B7A4F}"/>
    <dgm:cxn modelId="{F3CBEEAB-7745-43E6-9015-F8B1EAA167A3}" type="presOf" srcId="{8D96DDF9-0204-479E-9B0F-5A6360EF513E}" destId="{D0DD894A-F55F-4F7F-BD7E-B2F4B8A103CE}" srcOrd="0" destOrd="0" presId="urn:microsoft.com/office/officeart/2018/2/layout/IconLabelList"/>
    <dgm:cxn modelId="{D72BB0AD-CF3D-4893-877D-D2B2ACDA40C8}" type="presOf" srcId="{E8582C0E-2AE3-4F0C-9EF9-A33281AC80D5}" destId="{C0A0C1CA-6669-4958-BF04-9349C4A61D96}" srcOrd="0" destOrd="0" presId="urn:microsoft.com/office/officeart/2018/2/layout/IconLabelList"/>
    <dgm:cxn modelId="{5EAF1FB4-8E29-47D2-A8EE-7DC8A2451A5A}" type="presOf" srcId="{C4005034-6123-4AEA-A417-A84C2AFD26D0}" destId="{A1CE79A3-AED8-42D4-A210-A4533304D91E}" srcOrd="0" destOrd="0" presId="urn:microsoft.com/office/officeart/2018/2/layout/IconLabelList"/>
    <dgm:cxn modelId="{C63D37C5-8CDD-49FF-AF91-0A7985A505D1}" srcId="{3AA753AA-59C4-4472-83A6-4E307633FAE0}" destId="{46BB4EAF-194C-4D6F-8D34-338F73905BD7}" srcOrd="2" destOrd="0" parTransId="{F27227D3-048E-468B-B033-EC6346520954}" sibTransId="{5997230B-8F45-4B6F-9FB9-C34DE581BA5D}"/>
    <dgm:cxn modelId="{1D5D2DD0-D083-4A2B-9482-DEBA76F6B06F}" type="presOf" srcId="{46BB4EAF-194C-4D6F-8D34-338F73905BD7}" destId="{D8839286-D696-4576-9DF9-F259C0534050}" srcOrd="0" destOrd="0" presId="urn:microsoft.com/office/officeart/2018/2/layout/IconLabelList"/>
    <dgm:cxn modelId="{256097BD-3202-4171-90E5-DD02281E9B56}" type="presParOf" srcId="{467D658C-3F30-43CE-9985-793CC3924E44}" destId="{6BB39329-CDF6-4613-838E-ACEAA6161153}" srcOrd="0" destOrd="0" presId="urn:microsoft.com/office/officeart/2018/2/layout/IconLabelList"/>
    <dgm:cxn modelId="{70C1F47D-B9F8-42CD-B52D-B2DA2CB754A7}" type="presParOf" srcId="{6BB39329-CDF6-4613-838E-ACEAA6161153}" destId="{854BD0E3-7A62-4448-A175-A2393B15468D}" srcOrd="0" destOrd="0" presId="urn:microsoft.com/office/officeart/2018/2/layout/IconLabelList"/>
    <dgm:cxn modelId="{E326BDA6-00B3-4297-87C8-FA08BBCDCE2C}" type="presParOf" srcId="{6BB39329-CDF6-4613-838E-ACEAA6161153}" destId="{DBBFF5E1-3315-4CAE-94EF-2BA7A4B6A2ED}" srcOrd="1" destOrd="0" presId="urn:microsoft.com/office/officeart/2018/2/layout/IconLabelList"/>
    <dgm:cxn modelId="{1A40108C-6942-4A7E-A809-807379BD57AB}" type="presParOf" srcId="{6BB39329-CDF6-4613-838E-ACEAA6161153}" destId="{80FFFD99-247F-4F53-BDB8-69A47E5D79B8}" srcOrd="2" destOrd="0" presId="urn:microsoft.com/office/officeart/2018/2/layout/IconLabelList"/>
    <dgm:cxn modelId="{BA9C21C7-90B9-4DED-BDD6-85E377B5B3CC}" type="presParOf" srcId="{467D658C-3F30-43CE-9985-793CC3924E44}" destId="{A4ED5652-E816-40ED-B731-C2195517F0C3}" srcOrd="1" destOrd="0" presId="urn:microsoft.com/office/officeart/2018/2/layout/IconLabelList"/>
    <dgm:cxn modelId="{465CBAD4-D58E-49D5-BA60-67F77E734688}" type="presParOf" srcId="{467D658C-3F30-43CE-9985-793CC3924E44}" destId="{34D55855-C992-4A56-9CC1-5C2F9272313B}" srcOrd="2" destOrd="0" presId="urn:microsoft.com/office/officeart/2018/2/layout/IconLabelList"/>
    <dgm:cxn modelId="{C75BBAF2-87A0-491A-80D3-EB1B683FBE97}" type="presParOf" srcId="{34D55855-C992-4A56-9CC1-5C2F9272313B}" destId="{757DD277-5F08-42D6-A95A-8A2AE5954636}" srcOrd="0" destOrd="0" presId="urn:microsoft.com/office/officeart/2018/2/layout/IconLabelList"/>
    <dgm:cxn modelId="{F54C1F29-9EF5-4514-BB19-5335DE17BF98}" type="presParOf" srcId="{34D55855-C992-4A56-9CC1-5C2F9272313B}" destId="{34ACB6D0-2988-4F29-821B-7BC0FDF123F4}" srcOrd="1" destOrd="0" presId="urn:microsoft.com/office/officeart/2018/2/layout/IconLabelList"/>
    <dgm:cxn modelId="{A68473E0-80A4-4B29-B1E8-0EDD3B3B73BB}" type="presParOf" srcId="{34D55855-C992-4A56-9CC1-5C2F9272313B}" destId="{C0A0C1CA-6669-4958-BF04-9349C4A61D96}" srcOrd="2" destOrd="0" presId="urn:microsoft.com/office/officeart/2018/2/layout/IconLabelList"/>
    <dgm:cxn modelId="{EE94BC0F-50CC-419D-8E4E-8A2F48B89F4F}" type="presParOf" srcId="{467D658C-3F30-43CE-9985-793CC3924E44}" destId="{9F036990-1DA6-492E-95A3-468A4260F070}" srcOrd="3" destOrd="0" presId="urn:microsoft.com/office/officeart/2018/2/layout/IconLabelList"/>
    <dgm:cxn modelId="{6EDAA933-4135-4329-820D-5B6D0E10F512}" type="presParOf" srcId="{467D658C-3F30-43CE-9985-793CC3924E44}" destId="{BE358014-F8C7-40A8-847A-1C643B16F83C}" srcOrd="4" destOrd="0" presId="urn:microsoft.com/office/officeart/2018/2/layout/IconLabelList"/>
    <dgm:cxn modelId="{CD287046-128D-4FC6-8AA3-D79DE7563AE7}" type="presParOf" srcId="{BE358014-F8C7-40A8-847A-1C643B16F83C}" destId="{1D86AFFC-B83E-4244-A8F1-3AF6E0591AC5}" srcOrd="0" destOrd="0" presId="urn:microsoft.com/office/officeart/2018/2/layout/IconLabelList"/>
    <dgm:cxn modelId="{ABD5043B-B913-4854-B1F9-863C86669701}" type="presParOf" srcId="{BE358014-F8C7-40A8-847A-1C643B16F83C}" destId="{8E1ED7E7-F296-4A71-917A-26CA6860C84E}" srcOrd="1" destOrd="0" presId="urn:microsoft.com/office/officeart/2018/2/layout/IconLabelList"/>
    <dgm:cxn modelId="{F50FDBC7-2451-4D2F-9EC3-9868A5982C3F}" type="presParOf" srcId="{BE358014-F8C7-40A8-847A-1C643B16F83C}" destId="{D8839286-D696-4576-9DF9-F259C0534050}" srcOrd="2" destOrd="0" presId="urn:microsoft.com/office/officeart/2018/2/layout/IconLabelList"/>
    <dgm:cxn modelId="{5A593110-ADD0-449D-9C41-D0E99A65CC86}" type="presParOf" srcId="{467D658C-3F30-43CE-9985-793CC3924E44}" destId="{A1F507D7-BBD4-4FD5-8CFC-32FD7937A5EF}" srcOrd="5" destOrd="0" presId="urn:microsoft.com/office/officeart/2018/2/layout/IconLabelList"/>
    <dgm:cxn modelId="{CDCF7F27-8167-42A4-87FC-558C70E7CD2E}" type="presParOf" srcId="{467D658C-3F30-43CE-9985-793CC3924E44}" destId="{2A57C47D-AA7C-4EFF-ADBD-75079631C622}" srcOrd="6" destOrd="0" presId="urn:microsoft.com/office/officeart/2018/2/layout/IconLabelList"/>
    <dgm:cxn modelId="{93129F91-34B0-4092-8537-D4D5CDCDE4B6}" type="presParOf" srcId="{2A57C47D-AA7C-4EFF-ADBD-75079631C622}" destId="{5663D113-585D-4E44-BD4D-A03D3B593AA0}" srcOrd="0" destOrd="0" presId="urn:microsoft.com/office/officeart/2018/2/layout/IconLabelList"/>
    <dgm:cxn modelId="{EA558DC6-D9B8-452B-B82D-1C300C8DDB0F}" type="presParOf" srcId="{2A57C47D-AA7C-4EFF-ADBD-75079631C622}" destId="{CC4DA0FD-7473-403C-B17B-0B4BD5835C4A}" srcOrd="1" destOrd="0" presId="urn:microsoft.com/office/officeart/2018/2/layout/IconLabelList"/>
    <dgm:cxn modelId="{42D1D003-159E-48A4-A87C-172ED3425877}" type="presParOf" srcId="{2A57C47D-AA7C-4EFF-ADBD-75079631C622}" destId="{A16A608F-8397-445A-8B03-15B3A83F87C5}" srcOrd="2" destOrd="0" presId="urn:microsoft.com/office/officeart/2018/2/layout/IconLabelList"/>
    <dgm:cxn modelId="{7F20DF60-38FD-4B69-B11F-D107774D01EE}" type="presParOf" srcId="{467D658C-3F30-43CE-9985-793CC3924E44}" destId="{6E7B57FF-7F3E-456F-ABF6-8F70ABD62352}" srcOrd="7" destOrd="0" presId="urn:microsoft.com/office/officeart/2018/2/layout/IconLabelList"/>
    <dgm:cxn modelId="{E2F2C85D-A482-499C-93DA-94B321963E2C}" type="presParOf" srcId="{467D658C-3F30-43CE-9985-793CC3924E44}" destId="{75ADDA15-7E9D-48F5-BF6B-C942586E120B}" srcOrd="8" destOrd="0" presId="urn:microsoft.com/office/officeart/2018/2/layout/IconLabelList"/>
    <dgm:cxn modelId="{75223FD7-ED1F-4456-94CC-7F5E9FC46D91}" type="presParOf" srcId="{75ADDA15-7E9D-48F5-BF6B-C942586E120B}" destId="{86DD9F6B-00C0-491E-BEFC-9BBF0FD9E9EB}" srcOrd="0" destOrd="0" presId="urn:microsoft.com/office/officeart/2018/2/layout/IconLabelList"/>
    <dgm:cxn modelId="{80ABDF5A-AB1F-4AF3-9174-111BC175750F}" type="presParOf" srcId="{75ADDA15-7E9D-48F5-BF6B-C942586E120B}" destId="{C7271522-67CE-40BC-9995-F204FADD10B8}" srcOrd="1" destOrd="0" presId="urn:microsoft.com/office/officeart/2018/2/layout/IconLabelList"/>
    <dgm:cxn modelId="{6ED057A5-26DE-48CD-A5DA-C52A33671461}" type="presParOf" srcId="{75ADDA15-7E9D-48F5-BF6B-C942586E120B}" destId="{A1CE79A3-AED8-42D4-A210-A4533304D91E}" srcOrd="2" destOrd="0" presId="urn:microsoft.com/office/officeart/2018/2/layout/IconLabelList"/>
    <dgm:cxn modelId="{5502C00A-4167-4A0E-994B-B8D7B5E96511}" type="presParOf" srcId="{467D658C-3F30-43CE-9985-793CC3924E44}" destId="{D993D609-0147-45DE-BEAB-E811B999518A}" srcOrd="9" destOrd="0" presId="urn:microsoft.com/office/officeart/2018/2/layout/IconLabelList"/>
    <dgm:cxn modelId="{3745232A-142B-4477-8ABF-8424C1F4009C}" type="presParOf" srcId="{467D658C-3F30-43CE-9985-793CC3924E44}" destId="{E8ADC31B-6019-486F-B58D-2FF5CA2C1CA5}" srcOrd="10" destOrd="0" presId="urn:microsoft.com/office/officeart/2018/2/layout/IconLabelList"/>
    <dgm:cxn modelId="{F7BA4FF3-FFC4-45A6-AF93-EFE16392F1B9}" type="presParOf" srcId="{E8ADC31B-6019-486F-B58D-2FF5CA2C1CA5}" destId="{AB4CBE62-4838-4211-ACEA-E0F9C2959E0A}" srcOrd="0" destOrd="0" presId="urn:microsoft.com/office/officeart/2018/2/layout/IconLabelList"/>
    <dgm:cxn modelId="{58B58A52-6608-43E3-A2FE-47AD8CFB8AF4}" type="presParOf" srcId="{E8ADC31B-6019-486F-B58D-2FF5CA2C1CA5}" destId="{6172A4C9-6B10-4D48-B45F-AB16F9F81434}" srcOrd="1" destOrd="0" presId="urn:microsoft.com/office/officeart/2018/2/layout/IconLabelList"/>
    <dgm:cxn modelId="{F355198C-591A-465A-B946-0B07B6026FA0}" type="presParOf" srcId="{E8ADC31B-6019-486F-B58D-2FF5CA2C1CA5}" destId="{D0DD894A-F55F-4F7F-BD7E-B2F4B8A103C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D639CC-26EB-4AF7-B7C6-2062ED1FB4A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C5045F1-6CB8-43BC-817D-29B6B562EABE}">
      <dgm:prSet/>
      <dgm:spPr/>
      <dgm:t>
        <a:bodyPr/>
        <a:lstStyle/>
        <a:p>
          <a:pPr>
            <a:defRPr cap="all"/>
          </a:pPr>
          <a:r>
            <a:rPr lang="en-US"/>
            <a:t>🇰🇷 Tech-savvy market but still heavily reliant on manual hiring.</a:t>
          </a:r>
        </a:p>
      </dgm:t>
    </dgm:pt>
    <dgm:pt modelId="{D6794A20-2B9B-4009-A721-58FE7E17BEDD}" type="parTrans" cxnId="{79A468A4-4FBB-4CFC-B3D5-22ADA55D6023}">
      <dgm:prSet/>
      <dgm:spPr/>
      <dgm:t>
        <a:bodyPr/>
        <a:lstStyle/>
        <a:p>
          <a:endParaRPr lang="en-US"/>
        </a:p>
      </dgm:t>
    </dgm:pt>
    <dgm:pt modelId="{152EBD00-931A-4B32-A961-2FF95F37FEC0}" type="sibTrans" cxnId="{79A468A4-4FBB-4CFC-B3D5-22ADA55D6023}">
      <dgm:prSet/>
      <dgm:spPr/>
      <dgm:t>
        <a:bodyPr/>
        <a:lstStyle/>
        <a:p>
          <a:endParaRPr lang="en-US"/>
        </a:p>
      </dgm:t>
    </dgm:pt>
    <dgm:pt modelId="{5EBEE98A-C39B-4D8C-BD60-A3595E66CDAD}">
      <dgm:prSet/>
      <dgm:spPr/>
      <dgm:t>
        <a:bodyPr/>
        <a:lstStyle/>
        <a:p>
          <a:pPr>
            <a:defRPr cap="all"/>
          </a:pPr>
          <a:r>
            <a:rPr lang="en-US"/>
            <a:t>🏢 High competition means companies need faster decision-making.</a:t>
          </a:r>
        </a:p>
      </dgm:t>
    </dgm:pt>
    <dgm:pt modelId="{51D29908-F8D4-49A6-85A9-3ABAEBFCFC65}" type="parTrans" cxnId="{5C580439-B9DE-4548-BB66-64E04B238B6E}">
      <dgm:prSet/>
      <dgm:spPr/>
      <dgm:t>
        <a:bodyPr/>
        <a:lstStyle/>
        <a:p>
          <a:endParaRPr lang="en-US"/>
        </a:p>
      </dgm:t>
    </dgm:pt>
    <dgm:pt modelId="{6FFD1318-0104-4926-8208-0E867DDC45E1}" type="sibTrans" cxnId="{5C580439-B9DE-4548-BB66-64E04B238B6E}">
      <dgm:prSet/>
      <dgm:spPr/>
      <dgm:t>
        <a:bodyPr/>
        <a:lstStyle/>
        <a:p>
          <a:endParaRPr lang="en-US"/>
        </a:p>
      </dgm:t>
    </dgm:pt>
    <dgm:pt modelId="{8CD5A872-D6CE-4A68-90FA-D4FCA6B47D09}">
      <dgm:prSet/>
      <dgm:spPr/>
      <dgm:t>
        <a:bodyPr/>
        <a:lstStyle/>
        <a:p>
          <a:pPr>
            <a:defRPr cap="all"/>
          </a:pPr>
          <a:r>
            <a:rPr lang="en-US"/>
            <a:t>🤝 Opportunity to introduce AI hiring as a service through local agencies or platforms.</a:t>
          </a:r>
        </a:p>
      </dgm:t>
    </dgm:pt>
    <dgm:pt modelId="{7CA96A73-AB72-4905-B61D-C3CDEA6E2D07}" type="parTrans" cxnId="{347E825D-0590-4869-9AEA-635F68FE598C}">
      <dgm:prSet/>
      <dgm:spPr/>
      <dgm:t>
        <a:bodyPr/>
        <a:lstStyle/>
        <a:p>
          <a:endParaRPr lang="en-US"/>
        </a:p>
      </dgm:t>
    </dgm:pt>
    <dgm:pt modelId="{6DA7FCFE-E481-491C-9F45-7EB41F15EF0F}" type="sibTrans" cxnId="{347E825D-0590-4869-9AEA-635F68FE598C}">
      <dgm:prSet/>
      <dgm:spPr/>
      <dgm:t>
        <a:bodyPr/>
        <a:lstStyle/>
        <a:p>
          <a:endParaRPr lang="en-US"/>
        </a:p>
      </dgm:t>
    </dgm:pt>
    <dgm:pt modelId="{C10FE52F-4FAD-4C41-8133-9DCEADECBA14}" type="pres">
      <dgm:prSet presAssocID="{DAD639CC-26EB-4AF7-B7C6-2062ED1FB4AC}" presName="root" presStyleCnt="0">
        <dgm:presLayoutVars>
          <dgm:dir/>
          <dgm:resizeHandles val="exact"/>
        </dgm:presLayoutVars>
      </dgm:prSet>
      <dgm:spPr/>
    </dgm:pt>
    <dgm:pt modelId="{68CCED62-4D88-464E-A2A1-44F049720EBE}" type="pres">
      <dgm:prSet presAssocID="{BC5045F1-6CB8-43BC-817D-29B6B562EABE}" presName="compNode" presStyleCnt="0"/>
      <dgm:spPr/>
    </dgm:pt>
    <dgm:pt modelId="{641BD9A7-A47C-4D2D-A62A-E116E0BB848A}" type="pres">
      <dgm:prSet presAssocID="{BC5045F1-6CB8-43BC-817D-29B6B562EABE}" presName="iconBgRect" presStyleLbl="bgShp" presStyleIdx="0" presStyleCnt="3"/>
      <dgm:spPr/>
    </dgm:pt>
    <dgm:pt modelId="{AE7402FA-9709-49B7-B373-E3E4E939DEA7}" type="pres">
      <dgm:prSet presAssocID="{BC5045F1-6CB8-43BC-817D-29B6B562EAB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D3E8BF9D-A55B-4353-A8E0-4744BEC058E0}" type="pres">
      <dgm:prSet presAssocID="{BC5045F1-6CB8-43BC-817D-29B6B562EABE}" presName="spaceRect" presStyleCnt="0"/>
      <dgm:spPr/>
    </dgm:pt>
    <dgm:pt modelId="{9DDA39DD-BA0B-4989-8629-8571229338C9}" type="pres">
      <dgm:prSet presAssocID="{BC5045F1-6CB8-43BC-817D-29B6B562EABE}" presName="textRect" presStyleLbl="revTx" presStyleIdx="0" presStyleCnt="3">
        <dgm:presLayoutVars>
          <dgm:chMax val="1"/>
          <dgm:chPref val="1"/>
        </dgm:presLayoutVars>
      </dgm:prSet>
      <dgm:spPr/>
    </dgm:pt>
    <dgm:pt modelId="{8D7D287D-B3C2-4BD4-9C28-F9A0C123EA65}" type="pres">
      <dgm:prSet presAssocID="{152EBD00-931A-4B32-A961-2FF95F37FEC0}" presName="sibTrans" presStyleCnt="0"/>
      <dgm:spPr/>
    </dgm:pt>
    <dgm:pt modelId="{FCC0CC97-4694-43C5-87DD-5982511226B8}" type="pres">
      <dgm:prSet presAssocID="{5EBEE98A-C39B-4D8C-BD60-A3595E66CDAD}" presName="compNode" presStyleCnt="0"/>
      <dgm:spPr/>
    </dgm:pt>
    <dgm:pt modelId="{63CEE6DB-C899-40F9-9CFA-1D05551702FE}" type="pres">
      <dgm:prSet presAssocID="{5EBEE98A-C39B-4D8C-BD60-A3595E66CDAD}" presName="iconBgRect" presStyleLbl="bgShp" presStyleIdx="1" presStyleCnt="3"/>
      <dgm:spPr/>
    </dgm:pt>
    <dgm:pt modelId="{2E02B924-97D1-4AE6-A63A-A9F62C0A116D}" type="pres">
      <dgm:prSet presAssocID="{5EBEE98A-C39B-4D8C-BD60-A3595E66CDA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282F094C-A82E-47D5-AE96-13307C3AA35C}" type="pres">
      <dgm:prSet presAssocID="{5EBEE98A-C39B-4D8C-BD60-A3595E66CDAD}" presName="spaceRect" presStyleCnt="0"/>
      <dgm:spPr/>
    </dgm:pt>
    <dgm:pt modelId="{1157BED8-A6C3-4363-98F4-37F6AB0F867E}" type="pres">
      <dgm:prSet presAssocID="{5EBEE98A-C39B-4D8C-BD60-A3595E66CDAD}" presName="textRect" presStyleLbl="revTx" presStyleIdx="1" presStyleCnt="3">
        <dgm:presLayoutVars>
          <dgm:chMax val="1"/>
          <dgm:chPref val="1"/>
        </dgm:presLayoutVars>
      </dgm:prSet>
      <dgm:spPr/>
    </dgm:pt>
    <dgm:pt modelId="{35DF70CD-819C-4797-AA87-2BE034979833}" type="pres">
      <dgm:prSet presAssocID="{6FFD1318-0104-4926-8208-0E867DDC45E1}" presName="sibTrans" presStyleCnt="0"/>
      <dgm:spPr/>
    </dgm:pt>
    <dgm:pt modelId="{67C2C373-A8F8-4EDE-AB1B-B880E9818FAC}" type="pres">
      <dgm:prSet presAssocID="{8CD5A872-D6CE-4A68-90FA-D4FCA6B47D09}" presName="compNode" presStyleCnt="0"/>
      <dgm:spPr/>
    </dgm:pt>
    <dgm:pt modelId="{EC0831C8-B777-45DC-8CE7-C910387C92CE}" type="pres">
      <dgm:prSet presAssocID="{8CD5A872-D6CE-4A68-90FA-D4FCA6B47D09}" presName="iconBgRect" presStyleLbl="bgShp" presStyleIdx="2" presStyleCnt="3"/>
      <dgm:spPr/>
    </dgm:pt>
    <dgm:pt modelId="{36EFC925-6112-4BC6-9101-FD9BCA389D93}" type="pres">
      <dgm:prSet presAssocID="{8CD5A872-D6CE-4A68-90FA-D4FCA6B47D0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D2CBB2A-08E3-4B73-B6DB-81AF36BC3271}" type="pres">
      <dgm:prSet presAssocID="{8CD5A872-D6CE-4A68-90FA-D4FCA6B47D09}" presName="spaceRect" presStyleCnt="0"/>
      <dgm:spPr/>
    </dgm:pt>
    <dgm:pt modelId="{453C9AE2-E03E-4EC2-A312-258FE6C60617}" type="pres">
      <dgm:prSet presAssocID="{8CD5A872-D6CE-4A68-90FA-D4FCA6B47D0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BB6EC1B-6204-4A99-B6F6-45287F5B5EB7}" type="presOf" srcId="{DAD639CC-26EB-4AF7-B7C6-2062ED1FB4AC}" destId="{C10FE52F-4FAD-4C41-8133-9DCEADECBA14}" srcOrd="0" destOrd="0" presId="urn:microsoft.com/office/officeart/2018/5/layout/IconCircleLabelList"/>
    <dgm:cxn modelId="{5C580439-B9DE-4548-BB66-64E04B238B6E}" srcId="{DAD639CC-26EB-4AF7-B7C6-2062ED1FB4AC}" destId="{5EBEE98A-C39B-4D8C-BD60-A3595E66CDAD}" srcOrd="1" destOrd="0" parTransId="{51D29908-F8D4-49A6-85A9-3ABAEBFCFC65}" sibTransId="{6FFD1318-0104-4926-8208-0E867DDC45E1}"/>
    <dgm:cxn modelId="{347E825D-0590-4869-9AEA-635F68FE598C}" srcId="{DAD639CC-26EB-4AF7-B7C6-2062ED1FB4AC}" destId="{8CD5A872-D6CE-4A68-90FA-D4FCA6B47D09}" srcOrd="2" destOrd="0" parTransId="{7CA96A73-AB72-4905-B61D-C3CDEA6E2D07}" sibTransId="{6DA7FCFE-E481-491C-9F45-7EB41F15EF0F}"/>
    <dgm:cxn modelId="{79A468A4-4FBB-4CFC-B3D5-22ADA55D6023}" srcId="{DAD639CC-26EB-4AF7-B7C6-2062ED1FB4AC}" destId="{BC5045F1-6CB8-43BC-817D-29B6B562EABE}" srcOrd="0" destOrd="0" parTransId="{D6794A20-2B9B-4009-A721-58FE7E17BEDD}" sibTransId="{152EBD00-931A-4B32-A961-2FF95F37FEC0}"/>
    <dgm:cxn modelId="{724162BC-2BEA-4459-9B64-439FDA5188D6}" type="presOf" srcId="{BC5045F1-6CB8-43BC-817D-29B6B562EABE}" destId="{9DDA39DD-BA0B-4989-8629-8571229338C9}" srcOrd="0" destOrd="0" presId="urn:microsoft.com/office/officeart/2018/5/layout/IconCircleLabelList"/>
    <dgm:cxn modelId="{9706F2E8-FD9E-439E-8333-5952E51133F8}" type="presOf" srcId="{8CD5A872-D6CE-4A68-90FA-D4FCA6B47D09}" destId="{453C9AE2-E03E-4EC2-A312-258FE6C60617}" srcOrd="0" destOrd="0" presId="urn:microsoft.com/office/officeart/2018/5/layout/IconCircleLabelList"/>
    <dgm:cxn modelId="{D4C8EFEC-FC43-4D6A-A425-538BBEF5B2AE}" type="presOf" srcId="{5EBEE98A-C39B-4D8C-BD60-A3595E66CDAD}" destId="{1157BED8-A6C3-4363-98F4-37F6AB0F867E}" srcOrd="0" destOrd="0" presId="urn:microsoft.com/office/officeart/2018/5/layout/IconCircleLabelList"/>
    <dgm:cxn modelId="{68DD114A-A189-4ABE-8894-1730454F0740}" type="presParOf" srcId="{C10FE52F-4FAD-4C41-8133-9DCEADECBA14}" destId="{68CCED62-4D88-464E-A2A1-44F049720EBE}" srcOrd="0" destOrd="0" presId="urn:microsoft.com/office/officeart/2018/5/layout/IconCircleLabelList"/>
    <dgm:cxn modelId="{082FD482-09E6-412E-B3DF-AF50A7839E9A}" type="presParOf" srcId="{68CCED62-4D88-464E-A2A1-44F049720EBE}" destId="{641BD9A7-A47C-4D2D-A62A-E116E0BB848A}" srcOrd="0" destOrd="0" presId="urn:microsoft.com/office/officeart/2018/5/layout/IconCircleLabelList"/>
    <dgm:cxn modelId="{CE489A61-8D6D-4AAE-8B2C-75204EF728F7}" type="presParOf" srcId="{68CCED62-4D88-464E-A2A1-44F049720EBE}" destId="{AE7402FA-9709-49B7-B373-E3E4E939DEA7}" srcOrd="1" destOrd="0" presId="urn:microsoft.com/office/officeart/2018/5/layout/IconCircleLabelList"/>
    <dgm:cxn modelId="{22B7312A-619F-4C06-8B21-7071CBBA4433}" type="presParOf" srcId="{68CCED62-4D88-464E-A2A1-44F049720EBE}" destId="{D3E8BF9D-A55B-4353-A8E0-4744BEC058E0}" srcOrd="2" destOrd="0" presId="urn:microsoft.com/office/officeart/2018/5/layout/IconCircleLabelList"/>
    <dgm:cxn modelId="{AFD0DBFA-8703-4868-B85A-51FC36A5BB03}" type="presParOf" srcId="{68CCED62-4D88-464E-A2A1-44F049720EBE}" destId="{9DDA39DD-BA0B-4989-8629-8571229338C9}" srcOrd="3" destOrd="0" presId="urn:microsoft.com/office/officeart/2018/5/layout/IconCircleLabelList"/>
    <dgm:cxn modelId="{B1B42831-C2B7-4A1B-81C5-C13670F97BDD}" type="presParOf" srcId="{C10FE52F-4FAD-4C41-8133-9DCEADECBA14}" destId="{8D7D287D-B3C2-4BD4-9C28-F9A0C123EA65}" srcOrd="1" destOrd="0" presId="urn:microsoft.com/office/officeart/2018/5/layout/IconCircleLabelList"/>
    <dgm:cxn modelId="{6C50B6BE-58D7-436E-AFC4-25FFAB8ADDF6}" type="presParOf" srcId="{C10FE52F-4FAD-4C41-8133-9DCEADECBA14}" destId="{FCC0CC97-4694-43C5-87DD-5982511226B8}" srcOrd="2" destOrd="0" presId="urn:microsoft.com/office/officeart/2018/5/layout/IconCircleLabelList"/>
    <dgm:cxn modelId="{EA9CFB1E-D805-4845-B4B9-8C1584DBC60E}" type="presParOf" srcId="{FCC0CC97-4694-43C5-87DD-5982511226B8}" destId="{63CEE6DB-C899-40F9-9CFA-1D05551702FE}" srcOrd="0" destOrd="0" presId="urn:microsoft.com/office/officeart/2018/5/layout/IconCircleLabelList"/>
    <dgm:cxn modelId="{BF57F202-C14D-4C06-8FA8-81F8476491E8}" type="presParOf" srcId="{FCC0CC97-4694-43C5-87DD-5982511226B8}" destId="{2E02B924-97D1-4AE6-A63A-A9F62C0A116D}" srcOrd="1" destOrd="0" presId="urn:microsoft.com/office/officeart/2018/5/layout/IconCircleLabelList"/>
    <dgm:cxn modelId="{83E6DBE4-4D6A-496C-81B5-EE023BDAAA06}" type="presParOf" srcId="{FCC0CC97-4694-43C5-87DD-5982511226B8}" destId="{282F094C-A82E-47D5-AE96-13307C3AA35C}" srcOrd="2" destOrd="0" presId="urn:microsoft.com/office/officeart/2018/5/layout/IconCircleLabelList"/>
    <dgm:cxn modelId="{A0A8F185-26E2-48A6-9BE0-9E2B714E152A}" type="presParOf" srcId="{FCC0CC97-4694-43C5-87DD-5982511226B8}" destId="{1157BED8-A6C3-4363-98F4-37F6AB0F867E}" srcOrd="3" destOrd="0" presId="urn:microsoft.com/office/officeart/2018/5/layout/IconCircleLabelList"/>
    <dgm:cxn modelId="{DC45E4EE-ACFA-4B67-8AEC-EAD1AD19C1D4}" type="presParOf" srcId="{C10FE52F-4FAD-4C41-8133-9DCEADECBA14}" destId="{35DF70CD-819C-4797-AA87-2BE034979833}" srcOrd="3" destOrd="0" presId="urn:microsoft.com/office/officeart/2018/5/layout/IconCircleLabelList"/>
    <dgm:cxn modelId="{ED865D28-DC74-4ACE-BAC3-A69318E04323}" type="presParOf" srcId="{C10FE52F-4FAD-4C41-8133-9DCEADECBA14}" destId="{67C2C373-A8F8-4EDE-AB1B-B880E9818FAC}" srcOrd="4" destOrd="0" presId="urn:microsoft.com/office/officeart/2018/5/layout/IconCircleLabelList"/>
    <dgm:cxn modelId="{D60264A9-C3BF-41E0-877C-FDEEB665DF66}" type="presParOf" srcId="{67C2C373-A8F8-4EDE-AB1B-B880E9818FAC}" destId="{EC0831C8-B777-45DC-8CE7-C910387C92CE}" srcOrd="0" destOrd="0" presId="urn:microsoft.com/office/officeart/2018/5/layout/IconCircleLabelList"/>
    <dgm:cxn modelId="{A0928B39-EF10-4171-8285-A72D64639A3C}" type="presParOf" srcId="{67C2C373-A8F8-4EDE-AB1B-B880E9818FAC}" destId="{36EFC925-6112-4BC6-9101-FD9BCA389D93}" srcOrd="1" destOrd="0" presId="urn:microsoft.com/office/officeart/2018/5/layout/IconCircleLabelList"/>
    <dgm:cxn modelId="{64DFF402-901C-46DC-9508-9B2DE76A0AD1}" type="presParOf" srcId="{67C2C373-A8F8-4EDE-AB1B-B880E9818FAC}" destId="{CD2CBB2A-08E3-4B73-B6DB-81AF36BC3271}" srcOrd="2" destOrd="0" presId="urn:microsoft.com/office/officeart/2018/5/layout/IconCircleLabelList"/>
    <dgm:cxn modelId="{7DC6D837-B3CF-4B1B-BADF-CA0FFAF42B45}" type="presParOf" srcId="{67C2C373-A8F8-4EDE-AB1B-B880E9818FAC}" destId="{453C9AE2-E03E-4EC2-A312-258FE6C6061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E20E3A-2ABB-4E80-8C7E-56572347774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02CC953-B191-4A60-A40D-D2DADA9A2F9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Global Recruitment Market: $500B+</a:t>
          </a:r>
        </a:p>
      </dgm:t>
    </dgm:pt>
    <dgm:pt modelId="{2CC8D39C-8A8A-4A2B-9AC0-C7623042BF52}" type="parTrans" cxnId="{06514B61-8006-4CE5-90FC-E86A0F5DEF01}">
      <dgm:prSet/>
      <dgm:spPr/>
      <dgm:t>
        <a:bodyPr/>
        <a:lstStyle/>
        <a:p>
          <a:endParaRPr lang="en-US"/>
        </a:p>
      </dgm:t>
    </dgm:pt>
    <dgm:pt modelId="{32C7FFFF-B77B-44C8-B181-3000403F3984}" type="sibTrans" cxnId="{06514B61-8006-4CE5-90FC-E86A0F5DEF01}">
      <dgm:prSet/>
      <dgm:spPr/>
      <dgm:t>
        <a:bodyPr/>
        <a:lstStyle/>
        <a:p>
          <a:endParaRPr lang="en-US"/>
        </a:p>
      </dgm:t>
    </dgm:pt>
    <dgm:pt modelId="{B9C8B2AC-5B56-4BDB-BC18-6DB81704F5B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AI in HR growing at 38% CAGR</a:t>
          </a:r>
        </a:p>
      </dgm:t>
    </dgm:pt>
    <dgm:pt modelId="{4D4BAE1C-D890-4A4D-A54E-E5CE3A532A5D}" type="parTrans" cxnId="{DE35719D-76EC-4AA6-A0AB-3FD32B738ABE}">
      <dgm:prSet/>
      <dgm:spPr/>
      <dgm:t>
        <a:bodyPr/>
        <a:lstStyle/>
        <a:p>
          <a:endParaRPr lang="en-US"/>
        </a:p>
      </dgm:t>
    </dgm:pt>
    <dgm:pt modelId="{7EA7BB81-DCF5-4CEA-B6B2-886AA90BAB6A}" type="sibTrans" cxnId="{DE35719D-76EC-4AA6-A0AB-3FD32B738ABE}">
      <dgm:prSet/>
      <dgm:spPr/>
      <dgm:t>
        <a:bodyPr/>
        <a:lstStyle/>
        <a:p>
          <a:endParaRPr lang="en-US"/>
        </a:p>
      </dgm:t>
    </dgm:pt>
    <dgm:pt modelId="{5CF47BBE-7B17-4ABF-A17E-A500947CF46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Target: SMBs hiring across sectors</a:t>
          </a:r>
        </a:p>
      </dgm:t>
    </dgm:pt>
    <dgm:pt modelId="{915F69BE-BCA4-4893-BC58-E2F85FF6E246}" type="parTrans" cxnId="{5CAECB56-27C7-4BB4-A75D-8F8DA6D74E89}">
      <dgm:prSet/>
      <dgm:spPr/>
      <dgm:t>
        <a:bodyPr/>
        <a:lstStyle/>
        <a:p>
          <a:endParaRPr lang="en-US"/>
        </a:p>
      </dgm:t>
    </dgm:pt>
    <dgm:pt modelId="{9DEEB08A-4AC1-4F69-A642-C6FEE287A42E}" type="sibTrans" cxnId="{5CAECB56-27C7-4BB4-A75D-8F8DA6D74E89}">
      <dgm:prSet/>
      <dgm:spPr/>
      <dgm:t>
        <a:bodyPr/>
        <a:lstStyle/>
        <a:p>
          <a:endParaRPr lang="en-US"/>
        </a:p>
      </dgm:t>
    </dgm:pt>
    <dgm:pt modelId="{6A8B50CD-E035-48D9-8842-AE14EBA6F39C}" type="pres">
      <dgm:prSet presAssocID="{ACE20E3A-2ABB-4E80-8C7E-565723477740}" presName="root" presStyleCnt="0">
        <dgm:presLayoutVars>
          <dgm:dir/>
          <dgm:resizeHandles val="exact"/>
        </dgm:presLayoutVars>
      </dgm:prSet>
      <dgm:spPr/>
    </dgm:pt>
    <dgm:pt modelId="{AA41AFDF-6C2E-4D2F-A302-F8CEBA1C5039}" type="pres">
      <dgm:prSet presAssocID="{402CC953-B191-4A60-A40D-D2DADA9A2F97}" presName="compNode" presStyleCnt="0"/>
      <dgm:spPr/>
    </dgm:pt>
    <dgm:pt modelId="{68707506-AE31-40CB-9380-3B059712509E}" type="pres">
      <dgm:prSet presAssocID="{402CC953-B191-4A60-A40D-D2DADA9A2F97}" presName="iconBgRect" presStyleLbl="bgShp" presStyleIdx="0" presStyleCnt="3"/>
      <dgm:spPr/>
    </dgm:pt>
    <dgm:pt modelId="{ACD8E962-5A27-43E5-AE6B-55C487E5F82F}" type="pres">
      <dgm:prSet presAssocID="{402CC953-B191-4A60-A40D-D2DADA9A2F9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01EAD18B-1B25-498A-B397-B32BECB33C54}" type="pres">
      <dgm:prSet presAssocID="{402CC953-B191-4A60-A40D-D2DADA9A2F97}" presName="spaceRect" presStyleCnt="0"/>
      <dgm:spPr/>
    </dgm:pt>
    <dgm:pt modelId="{F0EE3E0F-3896-44DA-9A72-EE888A3D6B77}" type="pres">
      <dgm:prSet presAssocID="{402CC953-B191-4A60-A40D-D2DADA9A2F97}" presName="textRect" presStyleLbl="revTx" presStyleIdx="0" presStyleCnt="3">
        <dgm:presLayoutVars>
          <dgm:chMax val="1"/>
          <dgm:chPref val="1"/>
        </dgm:presLayoutVars>
      </dgm:prSet>
      <dgm:spPr/>
    </dgm:pt>
    <dgm:pt modelId="{34A813F5-9358-46CF-A35D-D0F9B00A4EEE}" type="pres">
      <dgm:prSet presAssocID="{32C7FFFF-B77B-44C8-B181-3000403F3984}" presName="sibTrans" presStyleCnt="0"/>
      <dgm:spPr/>
    </dgm:pt>
    <dgm:pt modelId="{B928120A-049B-4B3C-989B-E9FD8C5FA537}" type="pres">
      <dgm:prSet presAssocID="{B9C8B2AC-5B56-4BDB-BC18-6DB81704F5B4}" presName="compNode" presStyleCnt="0"/>
      <dgm:spPr/>
    </dgm:pt>
    <dgm:pt modelId="{E224A135-85EA-4474-B927-BD1C14AB32AE}" type="pres">
      <dgm:prSet presAssocID="{B9C8B2AC-5B56-4BDB-BC18-6DB81704F5B4}" presName="iconBgRect" presStyleLbl="bgShp" presStyleIdx="1" presStyleCnt="3"/>
      <dgm:spPr/>
    </dgm:pt>
    <dgm:pt modelId="{8A748D43-B195-4D37-8776-CAFA0CB084FB}" type="pres">
      <dgm:prSet presAssocID="{B9C8B2AC-5B56-4BDB-BC18-6DB81704F5B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8D671FB-A311-49CA-9949-6F416D6EAB9D}" type="pres">
      <dgm:prSet presAssocID="{B9C8B2AC-5B56-4BDB-BC18-6DB81704F5B4}" presName="spaceRect" presStyleCnt="0"/>
      <dgm:spPr/>
    </dgm:pt>
    <dgm:pt modelId="{5FA94EEB-E9D6-4355-B381-B7492845B3E7}" type="pres">
      <dgm:prSet presAssocID="{B9C8B2AC-5B56-4BDB-BC18-6DB81704F5B4}" presName="textRect" presStyleLbl="revTx" presStyleIdx="1" presStyleCnt="3">
        <dgm:presLayoutVars>
          <dgm:chMax val="1"/>
          <dgm:chPref val="1"/>
        </dgm:presLayoutVars>
      </dgm:prSet>
      <dgm:spPr/>
    </dgm:pt>
    <dgm:pt modelId="{8488B592-0966-4993-9CB5-EC198712C529}" type="pres">
      <dgm:prSet presAssocID="{7EA7BB81-DCF5-4CEA-B6B2-886AA90BAB6A}" presName="sibTrans" presStyleCnt="0"/>
      <dgm:spPr/>
    </dgm:pt>
    <dgm:pt modelId="{A670EA90-F9CD-4C18-B144-8E3B1F44A449}" type="pres">
      <dgm:prSet presAssocID="{5CF47BBE-7B17-4ABF-A17E-A500947CF46F}" presName="compNode" presStyleCnt="0"/>
      <dgm:spPr/>
    </dgm:pt>
    <dgm:pt modelId="{4B1323BC-0E27-4902-839C-8AB2C5D3127F}" type="pres">
      <dgm:prSet presAssocID="{5CF47BBE-7B17-4ABF-A17E-A500947CF46F}" presName="iconBgRect" presStyleLbl="bgShp" presStyleIdx="2" presStyleCnt="3"/>
      <dgm:spPr/>
    </dgm:pt>
    <dgm:pt modelId="{12C05676-86D7-4283-A1F4-BB136F156961}" type="pres">
      <dgm:prSet presAssocID="{5CF47BBE-7B17-4ABF-A17E-A500947CF46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A836855D-45B6-4548-A002-7ACEF5221C5A}" type="pres">
      <dgm:prSet presAssocID="{5CF47BBE-7B17-4ABF-A17E-A500947CF46F}" presName="spaceRect" presStyleCnt="0"/>
      <dgm:spPr/>
    </dgm:pt>
    <dgm:pt modelId="{9139D545-388C-4032-A147-C63F042AE1C8}" type="pres">
      <dgm:prSet presAssocID="{5CF47BBE-7B17-4ABF-A17E-A500947CF46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6C1A405-2443-4EE1-89B1-AC3B0D495B7A}" type="presOf" srcId="{402CC953-B191-4A60-A40D-D2DADA9A2F97}" destId="{F0EE3E0F-3896-44DA-9A72-EE888A3D6B77}" srcOrd="0" destOrd="0" presId="urn:microsoft.com/office/officeart/2018/5/layout/IconCircleLabelList"/>
    <dgm:cxn modelId="{06514B61-8006-4CE5-90FC-E86A0F5DEF01}" srcId="{ACE20E3A-2ABB-4E80-8C7E-565723477740}" destId="{402CC953-B191-4A60-A40D-D2DADA9A2F97}" srcOrd="0" destOrd="0" parTransId="{2CC8D39C-8A8A-4A2B-9AC0-C7623042BF52}" sibTransId="{32C7FFFF-B77B-44C8-B181-3000403F3984}"/>
    <dgm:cxn modelId="{5CAECB56-27C7-4BB4-A75D-8F8DA6D74E89}" srcId="{ACE20E3A-2ABB-4E80-8C7E-565723477740}" destId="{5CF47BBE-7B17-4ABF-A17E-A500947CF46F}" srcOrd="2" destOrd="0" parTransId="{915F69BE-BCA4-4893-BC58-E2F85FF6E246}" sibTransId="{9DEEB08A-4AC1-4F69-A642-C6FEE287A42E}"/>
    <dgm:cxn modelId="{34439083-29FE-428B-BC9D-D6FDA9530A25}" type="presOf" srcId="{ACE20E3A-2ABB-4E80-8C7E-565723477740}" destId="{6A8B50CD-E035-48D9-8842-AE14EBA6F39C}" srcOrd="0" destOrd="0" presId="urn:microsoft.com/office/officeart/2018/5/layout/IconCircleLabelList"/>
    <dgm:cxn modelId="{DE35719D-76EC-4AA6-A0AB-3FD32B738ABE}" srcId="{ACE20E3A-2ABB-4E80-8C7E-565723477740}" destId="{B9C8B2AC-5B56-4BDB-BC18-6DB81704F5B4}" srcOrd="1" destOrd="0" parTransId="{4D4BAE1C-D890-4A4D-A54E-E5CE3A532A5D}" sibTransId="{7EA7BB81-DCF5-4CEA-B6B2-886AA90BAB6A}"/>
    <dgm:cxn modelId="{E98CB8E9-0838-40CF-B673-13465BFC3DBB}" type="presOf" srcId="{B9C8B2AC-5B56-4BDB-BC18-6DB81704F5B4}" destId="{5FA94EEB-E9D6-4355-B381-B7492845B3E7}" srcOrd="0" destOrd="0" presId="urn:microsoft.com/office/officeart/2018/5/layout/IconCircleLabelList"/>
    <dgm:cxn modelId="{0D2843EC-57F4-4736-B79E-41EA88039273}" type="presOf" srcId="{5CF47BBE-7B17-4ABF-A17E-A500947CF46F}" destId="{9139D545-388C-4032-A147-C63F042AE1C8}" srcOrd="0" destOrd="0" presId="urn:microsoft.com/office/officeart/2018/5/layout/IconCircleLabelList"/>
    <dgm:cxn modelId="{8F4D5448-9730-4277-981C-F9BF82CDFB17}" type="presParOf" srcId="{6A8B50CD-E035-48D9-8842-AE14EBA6F39C}" destId="{AA41AFDF-6C2E-4D2F-A302-F8CEBA1C5039}" srcOrd="0" destOrd="0" presId="urn:microsoft.com/office/officeart/2018/5/layout/IconCircleLabelList"/>
    <dgm:cxn modelId="{DA9B93AD-8E14-40AB-A2E3-160AF4FA944E}" type="presParOf" srcId="{AA41AFDF-6C2E-4D2F-A302-F8CEBA1C5039}" destId="{68707506-AE31-40CB-9380-3B059712509E}" srcOrd="0" destOrd="0" presId="urn:microsoft.com/office/officeart/2018/5/layout/IconCircleLabelList"/>
    <dgm:cxn modelId="{D5EB7D90-8E6E-48BE-9691-DF5C2DF19FA2}" type="presParOf" srcId="{AA41AFDF-6C2E-4D2F-A302-F8CEBA1C5039}" destId="{ACD8E962-5A27-43E5-AE6B-55C487E5F82F}" srcOrd="1" destOrd="0" presId="urn:microsoft.com/office/officeart/2018/5/layout/IconCircleLabelList"/>
    <dgm:cxn modelId="{2B9FF4DA-E1E1-4F77-AFF4-50A451E1C9F9}" type="presParOf" srcId="{AA41AFDF-6C2E-4D2F-A302-F8CEBA1C5039}" destId="{01EAD18B-1B25-498A-B397-B32BECB33C54}" srcOrd="2" destOrd="0" presId="urn:microsoft.com/office/officeart/2018/5/layout/IconCircleLabelList"/>
    <dgm:cxn modelId="{1666D759-22EC-4A9E-977F-8F3E67A1AEE0}" type="presParOf" srcId="{AA41AFDF-6C2E-4D2F-A302-F8CEBA1C5039}" destId="{F0EE3E0F-3896-44DA-9A72-EE888A3D6B77}" srcOrd="3" destOrd="0" presId="urn:microsoft.com/office/officeart/2018/5/layout/IconCircleLabelList"/>
    <dgm:cxn modelId="{471BAE20-1C73-4070-8E8A-4710A124976B}" type="presParOf" srcId="{6A8B50CD-E035-48D9-8842-AE14EBA6F39C}" destId="{34A813F5-9358-46CF-A35D-D0F9B00A4EEE}" srcOrd="1" destOrd="0" presId="urn:microsoft.com/office/officeart/2018/5/layout/IconCircleLabelList"/>
    <dgm:cxn modelId="{07C2659F-CB4A-4869-AFF0-C33D17606D66}" type="presParOf" srcId="{6A8B50CD-E035-48D9-8842-AE14EBA6F39C}" destId="{B928120A-049B-4B3C-989B-E9FD8C5FA537}" srcOrd="2" destOrd="0" presId="urn:microsoft.com/office/officeart/2018/5/layout/IconCircleLabelList"/>
    <dgm:cxn modelId="{5EF109EF-AF88-4550-A5D4-FD6E6F3E6C71}" type="presParOf" srcId="{B928120A-049B-4B3C-989B-E9FD8C5FA537}" destId="{E224A135-85EA-4474-B927-BD1C14AB32AE}" srcOrd="0" destOrd="0" presId="urn:microsoft.com/office/officeart/2018/5/layout/IconCircleLabelList"/>
    <dgm:cxn modelId="{529108C3-2C6E-46CD-AD8B-E10692518C7C}" type="presParOf" srcId="{B928120A-049B-4B3C-989B-E9FD8C5FA537}" destId="{8A748D43-B195-4D37-8776-CAFA0CB084FB}" srcOrd="1" destOrd="0" presId="urn:microsoft.com/office/officeart/2018/5/layout/IconCircleLabelList"/>
    <dgm:cxn modelId="{2006960A-4BC3-4F7C-9D7B-77A6AA7336C0}" type="presParOf" srcId="{B928120A-049B-4B3C-989B-E9FD8C5FA537}" destId="{C8D671FB-A311-49CA-9949-6F416D6EAB9D}" srcOrd="2" destOrd="0" presId="urn:microsoft.com/office/officeart/2018/5/layout/IconCircleLabelList"/>
    <dgm:cxn modelId="{DA8EC6FE-A178-4FF0-98C7-57B7E4D7BCDC}" type="presParOf" srcId="{B928120A-049B-4B3C-989B-E9FD8C5FA537}" destId="{5FA94EEB-E9D6-4355-B381-B7492845B3E7}" srcOrd="3" destOrd="0" presId="urn:microsoft.com/office/officeart/2018/5/layout/IconCircleLabelList"/>
    <dgm:cxn modelId="{FAD9C1C5-0BD4-455E-8892-9DBBB77B4858}" type="presParOf" srcId="{6A8B50CD-E035-48D9-8842-AE14EBA6F39C}" destId="{8488B592-0966-4993-9CB5-EC198712C529}" srcOrd="3" destOrd="0" presId="urn:microsoft.com/office/officeart/2018/5/layout/IconCircleLabelList"/>
    <dgm:cxn modelId="{86C7A457-AE4F-413F-9880-6C99852B0E66}" type="presParOf" srcId="{6A8B50CD-E035-48D9-8842-AE14EBA6F39C}" destId="{A670EA90-F9CD-4C18-B144-8E3B1F44A449}" srcOrd="4" destOrd="0" presId="urn:microsoft.com/office/officeart/2018/5/layout/IconCircleLabelList"/>
    <dgm:cxn modelId="{A87B5D33-BB15-408E-BC99-C7F3C60A9F9D}" type="presParOf" srcId="{A670EA90-F9CD-4C18-B144-8E3B1F44A449}" destId="{4B1323BC-0E27-4902-839C-8AB2C5D3127F}" srcOrd="0" destOrd="0" presId="urn:microsoft.com/office/officeart/2018/5/layout/IconCircleLabelList"/>
    <dgm:cxn modelId="{D9EAC4CE-D64A-43EA-8266-0A3227A54B97}" type="presParOf" srcId="{A670EA90-F9CD-4C18-B144-8E3B1F44A449}" destId="{12C05676-86D7-4283-A1F4-BB136F156961}" srcOrd="1" destOrd="0" presId="urn:microsoft.com/office/officeart/2018/5/layout/IconCircleLabelList"/>
    <dgm:cxn modelId="{B641E684-7CFA-4C45-8C36-D94E0CA80BE3}" type="presParOf" srcId="{A670EA90-F9CD-4C18-B144-8E3B1F44A449}" destId="{A836855D-45B6-4548-A002-7ACEF5221C5A}" srcOrd="2" destOrd="0" presId="urn:microsoft.com/office/officeart/2018/5/layout/IconCircleLabelList"/>
    <dgm:cxn modelId="{34E6BE23-0A84-462C-A3D8-C2C68C7CF9F2}" type="presParOf" srcId="{A670EA90-F9CD-4C18-B144-8E3B1F44A449}" destId="{9139D545-388C-4032-A147-C63F042AE1C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A88C33A-82D2-4E0D-8C3A-699E26DE294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D4C49F26-2EF9-4F09-B839-226D14071F8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LinkedIn Ads targeting HR managers</a:t>
          </a:r>
        </a:p>
      </dgm:t>
    </dgm:pt>
    <dgm:pt modelId="{6375C167-C20F-4A74-84F5-FB01D36694A6}" type="parTrans" cxnId="{63757468-231F-4AE4-A6C6-B48BBAEAEB00}">
      <dgm:prSet/>
      <dgm:spPr/>
      <dgm:t>
        <a:bodyPr/>
        <a:lstStyle/>
        <a:p>
          <a:endParaRPr lang="en-US"/>
        </a:p>
      </dgm:t>
    </dgm:pt>
    <dgm:pt modelId="{816B338B-7955-4D57-B6C3-4DF3EDBF68EA}" type="sibTrans" cxnId="{63757468-231F-4AE4-A6C6-B48BBAEAEB00}">
      <dgm:prSet/>
      <dgm:spPr/>
      <dgm:t>
        <a:bodyPr/>
        <a:lstStyle/>
        <a:p>
          <a:endParaRPr lang="en-US"/>
        </a:p>
      </dgm:t>
    </dgm:pt>
    <dgm:pt modelId="{92E87B7D-C3B2-46A2-92F1-29E7C610301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Cold outreach to startups and recruiters</a:t>
          </a:r>
        </a:p>
      </dgm:t>
    </dgm:pt>
    <dgm:pt modelId="{22C83384-EF54-4AA9-8945-08AA2FB3CC1C}" type="parTrans" cxnId="{3A12E6BB-1FE9-4C72-A048-E903521E8B58}">
      <dgm:prSet/>
      <dgm:spPr/>
      <dgm:t>
        <a:bodyPr/>
        <a:lstStyle/>
        <a:p>
          <a:endParaRPr lang="en-US"/>
        </a:p>
      </dgm:t>
    </dgm:pt>
    <dgm:pt modelId="{EF25C30C-706D-4015-83AF-06BCA22A1303}" type="sibTrans" cxnId="{3A12E6BB-1FE9-4C72-A048-E903521E8B58}">
      <dgm:prSet/>
      <dgm:spPr/>
      <dgm:t>
        <a:bodyPr/>
        <a:lstStyle/>
        <a:p>
          <a:endParaRPr lang="en-US"/>
        </a:p>
      </dgm:t>
    </dgm:pt>
    <dgm:pt modelId="{E6A7798D-683D-440F-B6D7-F0314C569D4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Partnering with HR consultants</a:t>
          </a:r>
        </a:p>
      </dgm:t>
    </dgm:pt>
    <dgm:pt modelId="{B61438F4-AD51-4089-9A9D-090219A42F16}" type="parTrans" cxnId="{2400CCEA-A2AA-49E8-92DB-5CEB92A1CAB3}">
      <dgm:prSet/>
      <dgm:spPr/>
      <dgm:t>
        <a:bodyPr/>
        <a:lstStyle/>
        <a:p>
          <a:endParaRPr lang="en-US"/>
        </a:p>
      </dgm:t>
    </dgm:pt>
    <dgm:pt modelId="{6205867A-5B32-4C50-8D85-DB9659D899FE}" type="sibTrans" cxnId="{2400CCEA-A2AA-49E8-92DB-5CEB92A1CAB3}">
      <dgm:prSet/>
      <dgm:spPr/>
      <dgm:t>
        <a:bodyPr/>
        <a:lstStyle/>
        <a:p>
          <a:endParaRPr lang="en-US"/>
        </a:p>
      </dgm:t>
    </dgm:pt>
    <dgm:pt modelId="{D33D885E-1CE4-4207-B173-10FC83777AC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Launching on Product Hunt</a:t>
          </a:r>
        </a:p>
      </dgm:t>
    </dgm:pt>
    <dgm:pt modelId="{6E7750B0-69AA-4DA2-83B0-9C5186F9FDF3}" type="parTrans" cxnId="{E3F6D941-7E4A-4605-B4EA-5D59C5D84C8B}">
      <dgm:prSet/>
      <dgm:spPr/>
      <dgm:t>
        <a:bodyPr/>
        <a:lstStyle/>
        <a:p>
          <a:endParaRPr lang="en-US"/>
        </a:p>
      </dgm:t>
    </dgm:pt>
    <dgm:pt modelId="{ADC03F93-0A03-439A-8604-8893D2425B1A}" type="sibTrans" cxnId="{E3F6D941-7E4A-4605-B4EA-5D59C5D84C8B}">
      <dgm:prSet/>
      <dgm:spPr/>
      <dgm:t>
        <a:bodyPr/>
        <a:lstStyle/>
        <a:p>
          <a:endParaRPr lang="en-US"/>
        </a:p>
      </dgm:t>
    </dgm:pt>
    <dgm:pt modelId="{95295B1D-10A0-44E2-8A53-5905CE2F0D6C}" type="pres">
      <dgm:prSet presAssocID="{4A88C33A-82D2-4E0D-8C3A-699E26DE294E}" presName="root" presStyleCnt="0">
        <dgm:presLayoutVars>
          <dgm:dir/>
          <dgm:resizeHandles val="exact"/>
        </dgm:presLayoutVars>
      </dgm:prSet>
      <dgm:spPr/>
    </dgm:pt>
    <dgm:pt modelId="{9445EB89-48D2-4635-A16F-CD6FDBB6CE4F}" type="pres">
      <dgm:prSet presAssocID="{D4C49F26-2EF9-4F09-B839-226D14071F8E}" presName="compNode" presStyleCnt="0"/>
      <dgm:spPr/>
    </dgm:pt>
    <dgm:pt modelId="{FE1357C2-80F4-4ED3-9348-F4DE0ED3024D}" type="pres">
      <dgm:prSet presAssocID="{D4C49F26-2EF9-4F09-B839-226D14071F8E}" presName="iconBgRect" presStyleLbl="bgShp" presStyleIdx="0" presStyleCnt="4"/>
      <dgm:spPr/>
    </dgm:pt>
    <dgm:pt modelId="{AD928266-8FBC-4FD3-B10B-A5F9DF08CD0A}" type="pres">
      <dgm:prSet presAssocID="{D4C49F26-2EF9-4F09-B839-226D14071F8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DC346CD-7C03-494E-9795-BE5DA9E47726}" type="pres">
      <dgm:prSet presAssocID="{D4C49F26-2EF9-4F09-B839-226D14071F8E}" presName="spaceRect" presStyleCnt="0"/>
      <dgm:spPr/>
    </dgm:pt>
    <dgm:pt modelId="{6DB21EC3-62C3-4CAA-B06F-72754ED3416A}" type="pres">
      <dgm:prSet presAssocID="{D4C49F26-2EF9-4F09-B839-226D14071F8E}" presName="textRect" presStyleLbl="revTx" presStyleIdx="0" presStyleCnt="4">
        <dgm:presLayoutVars>
          <dgm:chMax val="1"/>
          <dgm:chPref val="1"/>
        </dgm:presLayoutVars>
      </dgm:prSet>
      <dgm:spPr/>
    </dgm:pt>
    <dgm:pt modelId="{FCB5E4D9-788A-4803-84DD-A352090BF1B1}" type="pres">
      <dgm:prSet presAssocID="{816B338B-7955-4D57-B6C3-4DF3EDBF68EA}" presName="sibTrans" presStyleCnt="0"/>
      <dgm:spPr/>
    </dgm:pt>
    <dgm:pt modelId="{BE59F055-07E0-4E02-B775-4C709406A3CA}" type="pres">
      <dgm:prSet presAssocID="{92E87B7D-C3B2-46A2-92F1-29E7C6103012}" presName="compNode" presStyleCnt="0"/>
      <dgm:spPr/>
    </dgm:pt>
    <dgm:pt modelId="{34C09D8C-7C33-4F5A-BC75-320FB7847034}" type="pres">
      <dgm:prSet presAssocID="{92E87B7D-C3B2-46A2-92F1-29E7C6103012}" presName="iconBgRect" presStyleLbl="bgShp" presStyleIdx="1" presStyleCnt="4"/>
      <dgm:spPr/>
    </dgm:pt>
    <dgm:pt modelId="{48A2135A-22C9-460E-A953-1E2118D0A074}" type="pres">
      <dgm:prSet presAssocID="{92E87B7D-C3B2-46A2-92F1-29E7C610301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ter hat"/>
        </a:ext>
      </dgm:extLst>
    </dgm:pt>
    <dgm:pt modelId="{104F4A20-6DC0-4C03-A702-A166E21E31AD}" type="pres">
      <dgm:prSet presAssocID="{92E87B7D-C3B2-46A2-92F1-29E7C6103012}" presName="spaceRect" presStyleCnt="0"/>
      <dgm:spPr/>
    </dgm:pt>
    <dgm:pt modelId="{F7D8C7CE-A4B8-4390-929D-42CE7EA006EB}" type="pres">
      <dgm:prSet presAssocID="{92E87B7D-C3B2-46A2-92F1-29E7C6103012}" presName="textRect" presStyleLbl="revTx" presStyleIdx="1" presStyleCnt="4">
        <dgm:presLayoutVars>
          <dgm:chMax val="1"/>
          <dgm:chPref val="1"/>
        </dgm:presLayoutVars>
      </dgm:prSet>
      <dgm:spPr/>
    </dgm:pt>
    <dgm:pt modelId="{F9FFDC9C-C103-485C-8DA6-B0F2A04085ED}" type="pres">
      <dgm:prSet presAssocID="{EF25C30C-706D-4015-83AF-06BCA22A1303}" presName="sibTrans" presStyleCnt="0"/>
      <dgm:spPr/>
    </dgm:pt>
    <dgm:pt modelId="{E91793B2-92B8-41B4-BF4E-B01639051465}" type="pres">
      <dgm:prSet presAssocID="{E6A7798D-683D-440F-B6D7-F0314C569D4E}" presName="compNode" presStyleCnt="0"/>
      <dgm:spPr/>
    </dgm:pt>
    <dgm:pt modelId="{4DECF48E-C863-461D-9FE9-B7CA9CE15927}" type="pres">
      <dgm:prSet presAssocID="{E6A7798D-683D-440F-B6D7-F0314C569D4E}" presName="iconBgRect" presStyleLbl="bgShp" presStyleIdx="2" presStyleCnt="4"/>
      <dgm:spPr/>
    </dgm:pt>
    <dgm:pt modelId="{BE509060-CA53-4DD5-8B68-C3499A074702}" type="pres">
      <dgm:prSet presAssocID="{E6A7798D-683D-440F-B6D7-F0314C569D4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415728D-C9A0-4D92-BE81-AED458DE893B}" type="pres">
      <dgm:prSet presAssocID="{E6A7798D-683D-440F-B6D7-F0314C569D4E}" presName="spaceRect" presStyleCnt="0"/>
      <dgm:spPr/>
    </dgm:pt>
    <dgm:pt modelId="{0C236211-1C5D-4389-BD33-11DD85737D05}" type="pres">
      <dgm:prSet presAssocID="{E6A7798D-683D-440F-B6D7-F0314C569D4E}" presName="textRect" presStyleLbl="revTx" presStyleIdx="2" presStyleCnt="4">
        <dgm:presLayoutVars>
          <dgm:chMax val="1"/>
          <dgm:chPref val="1"/>
        </dgm:presLayoutVars>
      </dgm:prSet>
      <dgm:spPr/>
    </dgm:pt>
    <dgm:pt modelId="{03360C69-FCAA-4223-8540-E97289CC49A8}" type="pres">
      <dgm:prSet presAssocID="{6205867A-5B32-4C50-8D85-DB9659D899FE}" presName="sibTrans" presStyleCnt="0"/>
      <dgm:spPr/>
    </dgm:pt>
    <dgm:pt modelId="{AD69BF0A-4159-4264-8BBF-15811254CF05}" type="pres">
      <dgm:prSet presAssocID="{D33D885E-1CE4-4207-B173-10FC83777ACD}" presName="compNode" presStyleCnt="0"/>
      <dgm:spPr/>
    </dgm:pt>
    <dgm:pt modelId="{8C2ABEB4-A988-442E-90DD-0F961402BB6F}" type="pres">
      <dgm:prSet presAssocID="{D33D885E-1CE4-4207-B173-10FC83777ACD}" presName="iconBgRect" presStyleLbl="bgShp" presStyleIdx="3" presStyleCnt="4"/>
      <dgm:spPr/>
    </dgm:pt>
    <dgm:pt modelId="{81E968CD-AFB1-403B-A2ED-21A58B0E5241}" type="pres">
      <dgm:prSet presAssocID="{D33D885E-1CE4-4207-B173-10FC83777AC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 Hat"/>
        </a:ext>
      </dgm:extLst>
    </dgm:pt>
    <dgm:pt modelId="{F273F784-8AD9-4A72-9E93-C9F1E2D28DDB}" type="pres">
      <dgm:prSet presAssocID="{D33D885E-1CE4-4207-B173-10FC83777ACD}" presName="spaceRect" presStyleCnt="0"/>
      <dgm:spPr/>
    </dgm:pt>
    <dgm:pt modelId="{4BB44233-71CD-4551-BAA4-0E43917F902F}" type="pres">
      <dgm:prSet presAssocID="{D33D885E-1CE4-4207-B173-10FC83777AC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96B6306-F9CE-4B16-9794-7E448887D34A}" type="presOf" srcId="{E6A7798D-683D-440F-B6D7-F0314C569D4E}" destId="{0C236211-1C5D-4389-BD33-11DD85737D05}" srcOrd="0" destOrd="0" presId="urn:microsoft.com/office/officeart/2018/5/layout/IconCircleLabelList"/>
    <dgm:cxn modelId="{3074493F-6949-41AD-83FB-B4766A32E6C5}" type="presOf" srcId="{D33D885E-1CE4-4207-B173-10FC83777ACD}" destId="{4BB44233-71CD-4551-BAA4-0E43917F902F}" srcOrd="0" destOrd="0" presId="urn:microsoft.com/office/officeart/2018/5/layout/IconCircleLabelList"/>
    <dgm:cxn modelId="{8F49FE5F-FC7D-468A-8076-78715108D03C}" type="presOf" srcId="{4A88C33A-82D2-4E0D-8C3A-699E26DE294E}" destId="{95295B1D-10A0-44E2-8A53-5905CE2F0D6C}" srcOrd="0" destOrd="0" presId="urn:microsoft.com/office/officeart/2018/5/layout/IconCircleLabelList"/>
    <dgm:cxn modelId="{5203BB41-A727-4009-95AE-5CBD2D7665C7}" type="presOf" srcId="{92E87B7D-C3B2-46A2-92F1-29E7C6103012}" destId="{F7D8C7CE-A4B8-4390-929D-42CE7EA006EB}" srcOrd="0" destOrd="0" presId="urn:microsoft.com/office/officeart/2018/5/layout/IconCircleLabelList"/>
    <dgm:cxn modelId="{E3F6D941-7E4A-4605-B4EA-5D59C5D84C8B}" srcId="{4A88C33A-82D2-4E0D-8C3A-699E26DE294E}" destId="{D33D885E-1CE4-4207-B173-10FC83777ACD}" srcOrd="3" destOrd="0" parTransId="{6E7750B0-69AA-4DA2-83B0-9C5186F9FDF3}" sibTransId="{ADC03F93-0A03-439A-8604-8893D2425B1A}"/>
    <dgm:cxn modelId="{63757468-231F-4AE4-A6C6-B48BBAEAEB00}" srcId="{4A88C33A-82D2-4E0D-8C3A-699E26DE294E}" destId="{D4C49F26-2EF9-4F09-B839-226D14071F8E}" srcOrd="0" destOrd="0" parTransId="{6375C167-C20F-4A74-84F5-FB01D36694A6}" sibTransId="{816B338B-7955-4D57-B6C3-4DF3EDBF68EA}"/>
    <dgm:cxn modelId="{6ABE3AB9-4AAA-4D2A-88C0-955B28D9BA3E}" type="presOf" srcId="{D4C49F26-2EF9-4F09-B839-226D14071F8E}" destId="{6DB21EC3-62C3-4CAA-B06F-72754ED3416A}" srcOrd="0" destOrd="0" presId="urn:microsoft.com/office/officeart/2018/5/layout/IconCircleLabelList"/>
    <dgm:cxn modelId="{3A12E6BB-1FE9-4C72-A048-E903521E8B58}" srcId="{4A88C33A-82D2-4E0D-8C3A-699E26DE294E}" destId="{92E87B7D-C3B2-46A2-92F1-29E7C6103012}" srcOrd="1" destOrd="0" parTransId="{22C83384-EF54-4AA9-8945-08AA2FB3CC1C}" sibTransId="{EF25C30C-706D-4015-83AF-06BCA22A1303}"/>
    <dgm:cxn modelId="{2400CCEA-A2AA-49E8-92DB-5CEB92A1CAB3}" srcId="{4A88C33A-82D2-4E0D-8C3A-699E26DE294E}" destId="{E6A7798D-683D-440F-B6D7-F0314C569D4E}" srcOrd="2" destOrd="0" parTransId="{B61438F4-AD51-4089-9A9D-090219A42F16}" sibTransId="{6205867A-5B32-4C50-8D85-DB9659D899FE}"/>
    <dgm:cxn modelId="{D18F55DE-A3CB-4C18-BE0D-90191F605834}" type="presParOf" srcId="{95295B1D-10A0-44E2-8A53-5905CE2F0D6C}" destId="{9445EB89-48D2-4635-A16F-CD6FDBB6CE4F}" srcOrd="0" destOrd="0" presId="urn:microsoft.com/office/officeart/2018/5/layout/IconCircleLabelList"/>
    <dgm:cxn modelId="{27A519C1-986E-4D78-B157-DC0770D9E06A}" type="presParOf" srcId="{9445EB89-48D2-4635-A16F-CD6FDBB6CE4F}" destId="{FE1357C2-80F4-4ED3-9348-F4DE0ED3024D}" srcOrd="0" destOrd="0" presId="urn:microsoft.com/office/officeart/2018/5/layout/IconCircleLabelList"/>
    <dgm:cxn modelId="{F56CAC40-7E98-46C7-9449-A3D3AF3975E7}" type="presParOf" srcId="{9445EB89-48D2-4635-A16F-CD6FDBB6CE4F}" destId="{AD928266-8FBC-4FD3-B10B-A5F9DF08CD0A}" srcOrd="1" destOrd="0" presId="urn:microsoft.com/office/officeart/2018/5/layout/IconCircleLabelList"/>
    <dgm:cxn modelId="{516BDAB9-4AEE-4762-ADC0-792BCB1C2A1C}" type="presParOf" srcId="{9445EB89-48D2-4635-A16F-CD6FDBB6CE4F}" destId="{EDC346CD-7C03-494E-9795-BE5DA9E47726}" srcOrd="2" destOrd="0" presId="urn:microsoft.com/office/officeart/2018/5/layout/IconCircleLabelList"/>
    <dgm:cxn modelId="{2AE6C916-DD97-41FB-A1FC-961898AD14DE}" type="presParOf" srcId="{9445EB89-48D2-4635-A16F-CD6FDBB6CE4F}" destId="{6DB21EC3-62C3-4CAA-B06F-72754ED3416A}" srcOrd="3" destOrd="0" presId="urn:microsoft.com/office/officeart/2018/5/layout/IconCircleLabelList"/>
    <dgm:cxn modelId="{3A5DC268-2818-471B-9786-CC71F5C271FE}" type="presParOf" srcId="{95295B1D-10A0-44E2-8A53-5905CE2F0D6C}" destId="{FCB5E4D9-788A-4803-84DD-A352090BF1B1}" srcOrd="1" destOrd="0" presId="urn:microsoft.com/office/officeart/2018/5/layout/IconCircleLabelList"/>
    <dgm:cxn modelId="{C985AA11-40B1-4D2F-B46F-3F1B71C3069B}" type="presParOf" srcId="{95295B1D-10A0-44E2-8A53-5905CE2F0D6C}" destId="{BE59F055-07E0-4E02-B775-4C709406A3CA}" srcOrd="2" destOrd="0" presId="urn:microsoft.com/office/officeart/2018/5/layout/IconCircleLabelList"/>
    <dgm:cxn modelId="{A39C7DC9-AE36-4EE0-94DB-B7268E88F32B}" type="presParOf" srcId="{BE59F055-07E0-4E02-B775-4C709406A3CA}" destId="{34C09D8C-7C33-4F5A-BC75-320FB7847034}" srcOrd="0" destOrd="0" presId="urn:microsoft.com/office/officeart/2018/5/layout/IconCircleLabelList"/>
    <dgm:cxn modelId="{55B4C57F-BC33-4E70-878D-210F9B27206B}" type="presParOf" srcId="{BE59F055-07E0-4E02-B775-4C709406A3CA}" destId="{48A2135A-22C9-460E-A953-1E2118D0A074}" srcOrd="1" destOrd="0" presId="urn:microsoft.com/office/officeart/2018/5/layout/IconCircleLabelList"/>
    <dgm:cxn modelId="{52D63FF9-A25C-4341-8897-D95053BF4236}" type="presParOf" srcId="{BE59F055-07E0-4E02-B775-4C709406A3CA}" destId="{104F4A20-6DC0-4C03-A702-A166E21E31AD}" srcOrd="2" destOrd="0" presId="urn:microsoft.com/office/officeart/2018/5/layout/IconCircleLabelList"/>
    <dgm:cxn modelId="{2B1513A6-497E-4B3D-84F5-0201DFD10456}" type="presParOf" srcId="{BE59F055-07E0-4E02-B775-4C709406A3CA}" destId="{F7D8C7CE-A4B8-4390-929D-42CE7EA006EB}" srcOrd="3" destOrd="0" presId="urn:microsoft.com/office/officeart/2018/5/layout/IconCircleLabelList"/>
    <dgm:cxn modelId="{0AC4913A-4C81-4E21-B9A4-E213FC4C2291}" type="presParOf" srcId="{95295B1D-10A0-44E2-8A53-5905CE2F0D6C}" destId="{F9FFDC9C-C103-485C-8DA6-B0F2A04085ED}" srcOrd="3" destOrd="0" presId="urn:microsoft.com/office/officeart/2018/5/layout/IconCircleLabelList"/>
    <dgm:cxn modelId="{BDC72AE2-9643-47EF-90DD-2FA41BAC7F68}" type="presParOf" srcId="{95295B1D-10A0-44E2-8A53-5905CE2F0D6C}" destId="{E91793B2-92B8-41B4-BF4E-B01639051465}" srcOrd="4" destOrd="0" presId="urn:microsoft.com/office/officeart/2018/5/layout/IconCircleLabelList"/>
    <dgm:cxn modelId="{77310153-C77F-4721-B028-3B3387535CBE}" type="presParOf" srcId="{E91793B2-92B8-41B4-BF4E-B01639051465}" destId="{4DECF48E-C863-461D-9FE9-B7CA9CE15927}" srcOrd="0" destOrd="0" presId="urn:microsoft.com/office/officeart/2018/5/layout/IconCircleLabelList"/>
    <dgm:cxn modelId="{53B1A958-961A-43C1-9FDE-66E10577612E}" type="presParOf" srcId="{E91793B2-92B8-41B4-BF4E-B01639051465}" destId="{BE509060-CA53-4DD5-8B68-C3499A074702}" srcOrd="1" destOrd="0" presId="urn:microsoft.com/office/officeart/2018/5/layout/IconCircleLabelList"/>
    <dgm:cxn modelId="{6737E2A2-23FF-4C08-87CD-7B90D575601F}" type="presParOf" srcId="{E91793B2-92B8-41B4-BF4E-B01639051465}" destId="{C415728D-C9A0-4D92-BE81-AED458DE893B}" srcOrd="2" destOrd="0" presId="urn:microsoft.com/office/officeart/2018/5/layout/IconCircleLabelList"/>
    <dgm:cxn modelId="{EA771AAE-7F14-47E0-B6B0-E79805B0A4C6}" type="presParOf" srcId="{E91793B2-92B8-41B4-BF4E-B01639051465}" destId="{0C236211-1C5D-4389-BD33-11DD85737D05}" srcOrd="3" destOrd="0" presId="urn:microsoft.com/office/officeart/2018/5/layout/IconCircleLabelList"/>
    <dgm:cxn modelId="{F3E4DC51-548D-4FAC-84D6-4718A1019279}" type="presParOf" srcId="{95295B1D-10A0-44E2-8A53-5905CE2F0D6C}" destId="{03360C69-FCAA-4223-8540-E97289CC49A8}" srcOrd="5" destOrd="0" presId="urn:microsoft.com/office/officeart/2018/5/layout/IconCircleLabelList"/>
    <dgm:cxn modelId="{F4D09106-92BF-420A-B1ED-6A2B9FDE218D}" type="presParOf" srcId="{95295B1D-10A0-44E2-8A53-5905CE2F0D6C}" destId="{AD69BF0A-4159-4264-8BBF-15811254CF05}" srcOrd="6" destOrd="0" presId="urn:microsoft.com/office/officeart/2018/5/layout/IconCircleLabelList"/>
    <dgm:cxn modelId="{62DDB79A-00DE-45E5-9B7A-39E7BDC56FAB}" type="presParOf" srcId="{AD69BF0A-4159-4264-8BBF-15811254CF05}" destId="{8C2ABEB4-A988-442E-90DD-0F961402BB6F}" srcOrd="0" destOrd="0" presId="urn:microsoft.com/office/officeart/2018/5/layout/IconCircleLabelList"/>
    <dgm:cxn modelId="{991B62F2-B41C-48DB-8900-C3734D3A3C42}" type="presParOf" srcId="{AD69BF0A-4159-4264-8BBF-15811254CF05}" destId="{81E968CD-AFB1-403B-A2ED-21A58B0E5241}" srcOrd="1" destOrd="0" presId="urn:microsoft.com/office/officeart/2018/5/layout/IconCircleLabelList"/>
    <dgm:cxn modelId="{3841ACDA-F125-4B65-BB56-138159EECF0B}" type="presParOf" srcId="{AD69BF0A-4159-4264-8BBF-15811254CF05}" destId="{F273F784-8AD9-4A72-9E93-C9F1E2D28DDB}" srcOrd="2" destOrd="0" presId="urn:microsoft.com/office/officeart/2018/5/layout/IconCircleLabelList"/>
    <dgm:cxn modelId="{D719DEC4-1840-4C3B-8937-5EC850798A40}" type="presParOf" srcId="{AD69BF0A-4159-4264-8BBF-15811254CF05}" destId="{4BB44233-71CD-4551-BAA4-0E43917F902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D13C0C-B7E4-4A3E-8796-41CA9FBF0E45}">
      <dsp:nvSpPr>
        <dsp:cNvPr id="0" name=""/>
        <dsp:cNvSpPr/>
      </dsp:nvSpPr>
      <dsp:spPr>
        <a:xfrm>
          <a:off x="1165672" y="1115086"/>
          <a:ext cx="933420" cy="93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D20CD-7511-4537-9D78-C52E6DEE6A78}">
      <dsp:nvSpPr>
        <dsp:cNvPr id="0" name=""/>
        <dsp:cNvSpPr/>
      </dsp:nvSpPr>
      <dsp:spPr>
        <a:xfrm>
          <a:off x="595248" y="2340381"/>
          <a:ext cx="207426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HR teams are overwhelmed by hundreds of resumes</a:t>
          </a:r>
        </a:p>
      </dsp:txBody>
      <dsp:txXfrm>
        <a:off x="595248" y="2340381"/>
        <a:ext cx="2074267" cy="720000"/>
      </dsp:txXfrm>
    </dsp:sp>
    <dsp:sp modelId="{A234ACA3-289E-4737-9815-CF11F80672A9}">
      <dsp:nvSpPr>
        <dsp:cNvPr id="0" name=""/>
        <dsp:cNvSpPr/>
      </dsp:nvSpPr>
      <dsp:spPr>
        <a:xfrm>
          <a:off x="3602936" y="1115086"/>
          <a:ext cx="933420" cy="93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0F6A07-3EE5-483F-9B1C-29595CD4F65B}">
      <dsp:nvSpPr>
        <dsp:cNvPr id="0" name=""/>
        <dsp:cNvSpPr/>
      </dsp:nvSpPr>
      <dsp:spPr>
        <a:xfrm>
          <a:off x="3032513" y="2340381"/>
          <a:ext cx="207426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Manual screening is time-consuming</a:t>
          </a:r>
        </a:p>
      </dsp:txBody>
      <dsp:txXfrm>
        <a:off x="3032513" y="2340381"/>
        <a:ext cx="2074267" cy="720000"/>
      </dsp:txXfrm>
    </dsp:sp>
    <dsp:sp modelId="{8ABC2394-59F4-490D-856F-7D532D0278F5}">
      <dsp:nvSpPr>
        <dsp:cNvPr id="0" name=""/>
        <dsp:cNvSpPr/>
      </dsp:nvSpPr>
      <dsp:spPr>
        <a:xfrm>
          <a:off x="6040200" y="1115086"/>
          <a:ext cx="933420" cy="93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E6921-56CB-4B0B-91F8-CFEE4626513E}">
      <dsp:nvSpPr>
        <dsp:cNvPr id="0" name=""/>
        <dsp:cNvSpPr/>
      </dsp:nvSpPr>
      <dsp:spPr>
        <a:xfrm>
          <a:off x="5469777" y="2340381"/>
          <a:ext cx="207426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Interviews are inconsistent and slow to schedule</a:t>
          </a:r>
        </a:p>
      </dsp:txBody>
      <dsp:txXfrm>
        <a:off x="5469777" y="2340381"/>
        <a:ext cx="2074267" cy="720000"/>
      </dsp:txXfrm>
    </dsp:sp>
    <dsp:sp modelId="{EBC3C102-1E0D-4772-AC6F-C704EB340C7D}">
      <dsp:nvSpPr>
        <dsp:cNvPr id="0" name=""/>
        <dsp:cNvSpPr/>
      </dsp:nvSpPr>
      <dsp:spPr>
        <a:xfrm>
          <a:off x="8477465" y="1115086"/>
          <a:ext cx="933420" cy="93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E9E7D-1838-4D03-9E83-8CD1FF4317CB}">
      <dsp:nvSpPr>
        <dsp:cNvPr id="0" name=""/>
        <dsp:cNvSpPr/>
      </dsp:nvSpPr>
      <dsp:spPr>
        <a:xfrm>
          <a:off x="7907041" y="2340381"/>
          <a:ext cx="207426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High cost-per-hire, especially for SMBs</a:t>
          </a:r>
        </a:p>
      </dsp:txBody>
      <dsp:txXfrm>
        <a:off x="7907041" y="2340381"/>
        <a:ext cx="207426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4BD0E3-7A62-4448-A175-A2393B15468D}">
      <dsp:nvSpPr>
        <dsp:cNvPr id="0" name=""/>
        <dsp:cNvSpPr/>
      </dsp:nvSpPr>
      <dsp:spPr>
        <a:xfrm>
          <a:off x="424082" y="1308783"/>
          <a:ext cx="692138" cy="6921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FFD99-247F-4F53-BDB8-69A47E5D79B8}">
      <dsp:nvSpPr>
        <dsp:cNvPr id="0" name=""/>
        <dsp:cNvSpPr/>
      </dsp:nvSpPr>
      <dsp:spPr>
        <a:xfrm>
          <a:off x="1108" y="2251450"/>
          <a:ext cx="1538085" cy="61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Evalsy is an AI-powered hiring assistant:</a:t>
          </a:r>
        </a:p>
      </dsp:txBody>
      <dsp:txXfrm>
        <a:off x="1108" y="2251450"/>
        <a:ext cx="1538085" cy="615234"/>
      </dsp:txXfrm>
    </dsp:sp>
    <dsp:sp modelId="{757DD277-5F08-42D6-A95A-8A2AE5954636}">
      <dsp:nvSpPr>
        <dsp:cNvPr id="0" name=""/>
        <dsp:cNvSpPr/>
      </dsp:nvSpPr>
      <dsp:spPr>
        <a:xfrm>
          <a:off x="2231333" y="1308783"/>
          <a:ext cx="692138" cy="6921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0C1CA-6669-4958-BF04-9349C4A61D96}">
      <dsp:nvSpPr>
        <dsp:cNvPr id="0" name=""/>
        <dsp:cNvSpPr/>
      </dsp:nvSpPr>
      <dsp:spPr>
        <a:xfrm>
          <a:off x="1808359" y="2251450"/>
          <a:ext cx="1538085" cy="61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AI Resume Screening</a:t>
          </a:r>
        </a:p>
      </dsp:txBody>
      <dsp:txXfrm>
        <a:off x="1808359" y="2251450"/>
        <a:ext cx="1538085" cy="615234"/>
      </dsp:txXfrm>
    </dsp:sp>
    <dsp:sp modelId="{1D86AFFC-B83E-4244-A8F1-3AF6E0591AC5}">
      <dsp:nvSpPr>
        <dsp:cNvPr id="0" name=""/>
        <dsp:cNvSpPr/>
      </dsp:nvSpPr>
      <dsp:spPr>
        <a:xfrm>
          <a:off x="4038584" y="1308783"/>
          <a:ext cx="692138" cy="6921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39286-D696-4576-9DF9-F259C0534050}">
      <dsp:nvSpPr>
        <dsp:cNvPr id="0" name=""/>
        <dsp:cNvSpPr/>
      </dsp:nvSpPr>
      <dsp:spPr>
        <a:xfrm>
          <a:off x="3615610" y="2251450"/>
          <a:ext cx="1538085" cy="61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Automated Video Interviews</a:t>
          </a:r>
        </a:p>
      </dsp:txBody>
      <dsp:txXfrm>
        <a:off x="3615610" y="2251450"/>
        <a:ext cx="1538085" cy="615234"/>
      </dsp:txXfrm>
    </dsp:sp>
    <dsp:sp modelId="{5663D113-585D-4E44-BD4D-A03D3B593AA0}">
      <dsp:nvSpPr>
        <dsp:cNvPr id="0" name=""/>
        <dsp:cNvSpPr/>
      </dsp:nvSpPr>
      <dsp:spPr>
        <a:xfrm>
          <a:off x="5845835" y="1308783"/>
          <a:ext cx="692138" cy="6921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A608F-8397-445A-8B03-15B3A83F87C5}">
      <dsp:nvSpPr>
        <dsp:cNvPr id="0" name=""/>
        <dsp:cNvSpPr/>
      </dsp:nvSpPr>
      <dsp:spPr>
        <a:xfrm>
          <a:off x="5422861" y="2251450"/>
          <a:ext cx="1538085" cy="61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Instant Interview Invites</a:t>
          </a:r>
        </a:p>
      </dsp:txBody>
      <dsp:txXfrm>
        <a:off x="5422861" y="2251450"/>
        <a:ext cx="1538085" cy="615234"/>
      </dsp:txXfrm>
    </dsp:sp>
    <dsp:sp modelId="{86DD9F6B-00C0-491E-BEFC-9BBF0FD9E9EB}">
      <dsp:nvSpPr>
        <dsp:cNvPr id="0" name=""/>
        <dsp:cNvSpPr/>
      </dsp:nvSpPr>
      <dsp:spPr>
        <a:xfrm>
          <a:off x="7653086" y="1308783"/>
          <a:ext cx="692138" cy="69213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E79A3-AED8-42D4-A210-A4533304D91E}">
      <dsp:nvSpPr>
        <dsp:cNvPr id="0" name=""/>
        <dsp:cNvSpPr/>
      </dsp:nvSpPr>
      <dsp:spPr>
        <a:xfrm>
          <a:off x="7230112" y="2251450"/>
          <a:ext cx="1538085" cy="61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Usage-Based Pricing</a:t>
          </a:r>
        </a:p>
      </dsp:txBody>
      <dsp:txXfrm>
        <a:off x="7230112" y="2251450"/>
        <a:ext cx="1538085" cy="615234"/>
      </dsp:txXfrm>
    </dsp:sp>
    <dsp:sp modelId="{AB4CBE62-4838-4211-ACEA-E0F9C2959E0A}">
      <dsp:nvSpPr>
        <dsp:cNvPr id="0" name=""/>
        <dsp:cNvSpPr/>
      </dsp:nvSpPr>
      <dsp:spPr>
        <a:xfrm>
          <a:off x="9460337" y="1308783"/>
          <a:ext cx="692138" cy="69213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DD894A-F55F-4F7F-BD7E-B2F4B8A103CE}">
      <dsp:nvSpPr>
        <dsp:cNvPr id="0" name=""/>
        <dsp:cNvSpPr/>
      </dsp:nvSpPr>
      <dsp:spPr>
        <a:xfrm>
          <a:off x="9037363" y="2251450"/>
          <a:ext cx="1538085" cy="61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Faster, fairer, and cost-effective hiring.</a:t>
          </a:r>
        </a:p>
      </dsp:txBody>
      <dsp:txXfrm>
        <a:off x="9037363" y="2251450"/>
        <a:ext cx="1538085" cy="6152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1BD9A7-A47C-4D2D-A62A-E116E0BB848A}">
      <dsp:nvSpPr>
        <dsp:cNvPr id="0" name=""/>
        <dsp:cNvSpPr/>
      </dsp:nvSpPr>
      <dsp:spPr>
        <a:xfrm>
          <a:off x="1044053" y="14386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402FA-9709-49B7-B373-E3E4E939DEA7}">
      <dsp:nvSpPr>
        <dsp:cNvPr id="0" name=""/>
        <dsp:cNvSpPr/>
      </dsp:nvSpPr>
      <dsp:spPr>
        <a:xfrm>
          <a:off x="1416991" y="387324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A39DD-BA0B-4989-8629-8571229338C9}">
      <dsp:nvSpPr>
        <dsp:cNvPr id="0" name=""/>
        <dsp:cNvSpPr/>
      </dsp:nvSpPr>
      <dsp:spPr>
        <a:xfrm>
          <a:off x="484647" y="2309386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🇰🇷 Tech-savvy market but still heavily reliant on manual hiring.</a:t>
          </a:r>
        </a:p>
      </dsp:txBody>
      <dsp:txXfrm>
        <a:off x="484647" y="2309386"/>
        <a:ext cx="2868750" cy="720000"/>
      </dsp:txXfrm>
    </dsp:sp>
    <dsp:sp modelId="{63CEE6DB-C899-40F9-9CFA-1D05551702FE}">
      <dsp:nvSpPr>
        <dsp:cNvPr id="0" name=""/>
        <dsp:cNvSpPr/>
      </dsp:nvSpPr>
      <dsp:spPr>
        <a:xfrm>
          <a:off x="4414834" y="14386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02B924-97D1-4AE6-A63A-A9F62C0A116D}">
      <dsp:nvSpPr>
        <dsp:cNvPr id="0" name=""/>
        <dsp:cNvSpPr/>
      </dsp:nvSpPr>
      <dsp:spPr>
        <a:xfrm>
          <a:off x="4787772" y="387324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57BED8-A6C3-4363-98F4-37F6AB0F867E}">
      <dsp:nvSpPr>
        <dsp:cNvPr id="0" name=""/>
        <dsp:cNvSpPr/>
      </dsp:nvSpPr>
      <dsp:spPr>
        <a:xfrm>
          <a:off x="3855428" y="2309386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🏢 High competition means companies need faster decision-making.</a:t>
          </a:r>
        </a:p>
      </dsp:txBody>
      <dsp:txXfrm>
        <a:off x="3855428" y="2309386"/>
        <a:ext cx="2868750" cy="720000"/>
      </dsp:txXfrm>
    </dsp:sp>
    <dsp:sp modelId="{EC0831C8-B777-45DC-8CE7-C910387C92CE}">
      <dsp:nvSpPr>
        <dsp:cNvPr id="0" name=""/>
        <dsp:cNvSpPr/>
      </dsp:nvSpPr>
      <dsp:spPr>
        <a:xfrm>
          <a:off x="7785616" y="14386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FC925-6112-4BC6-9101-FD9BCA389D93}">
      <dsp:nvSpPr>
        <dsp:cNvPr id="0" name=""/>
        <dsp:cNvSpPr/>
      </dsp:nvSpPr>
      <dsp:spPr>
        <a:xfrm>
          <a:off x="8158553" y="387324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C9AE2-E03E-4EC2-A312-258FE6C60617}">
      <dsp:nvSpPr>
        <dsp:cNvPr id="0" name=""/>
        <dsp:cNvSpPr/>
      </dsp:nvSpPr>
      <dsp:spPr>
        <a:xfrm>
          <a:off x="7226209" y="2309386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🤝 Opportunity to introduce AI hiring as a service through local agencies or platforms.</a:t>
          </a:r>
        </a:p>
      </dsp:txBody>
      <dsp:txXfrm>
        <a:off x="7226209" y="2309386"/>
        <a:ext cx="2868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707506-AE31-40CB-9380-3B059712509E}">
      <dsp:nvSpPr>
        <dsp:cNvPr id="0" name=""/>
        <dsp:cNvSpPr/>
      </dsp:nvSpPr>
      <dsp:spPr>
        <a:xfrm>
          <a:off x="626279" y="467733"/>
          <a:ext cx="1921500" cy="19215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D8E962-5A27-43E5-AE6B-55C487E5F82F}">
      <dsp:nvSpPr>
        <dsp:cNvPr id="0" name=""/>
        <dsp:cNvSpPr/>
      </dsp:nvSpPr>
      <dsp:spPr>
        <a:xfrm>
          <a:off x="1035779" y="877233"/>
          <a:ext cx="1102500" cy="1102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EE3E0F-3896-44DA-9A72-EE888A3D6B77}">
      <dsp:nvSpPr>
        <dsp:cNvPr id="0" name=""/>
        <dsp:cNvSpPr/>
      </dsp:nvSpPr>
      <dsp:spPr>
        <a:xfrm>
          <a:off x="12029" y="2987734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- Global Recruitment Market: $500B+</a:t>
          </a:r>
        </a:p>
      </dsp:txBody>
      <dsp:txXfrm>
        <a:off x="12029" y="2987734"/>
        <a:ext cx="3150000" cy="720000"/>
      </dsp:txXfrm>
    </dsp:sp>
    <dsp:sp modelId="{E224A135-85EA-4474-B927-BD1C14AB32AE}">
      <dsp:nvSpPr>
        <dsp:cNvPr id="0" name=""/>
        <dsp:cNvSpPr/>
      </dsp:nvSpPr>
      <dsp:spPr>
        <a:xfrm>
          <a:off x="4327529" y="467733"/>
          <a:ext cx="1921500" cy="19215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748D43-B195-4D37-8776-CAFA0CB084FB}">
      <dsp:nvSpPr>
        <dsp:cNvPr id="0" name=""/>
        <dsp:cNvSpPr/>
      </dsp:nvSpPr>
      <dsp:spPr>
        <a:xfrm>
          <a:off x="4737029" y="877233"/>
          <a:ext cx="1102500" cy="1102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94EEB-E9D6-4355-B381-B7492845B3E7}">
      <dsp:nvSpPr>
        <dsp:cNvPr id="0" name=""/>
        <dsp:cNvSpPr/>
      </dsp:nvSpPr>
      <dsp:spPr>
        <a:xfrm>
          <a:off x="3713279" y="2987734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- AI in HR growing at 38% CAGR</a:t>
          </a:r>
        </a:p>
      </dsp:txBody>
      <dsp:txXfrm>
        <a:off x="3713279" y="2987734"/>
        <a:ext cx="3150000" cy="720000"/>
      </dsp:txXfrm>
    </dsp:sp>
    <dsp:sp modelId="{4B1323BC-0E27-4902-839C-8AB2C5D3127F}">
      <dsp:nvSpPr>
        <dsp:cNvPr id="0" name=""/>
        <dsp:cNvSpPr/>
      </dsp:nvSpPr>
      <dsp:spPr>
        <a:xfrm>
          <a:off x="8028779" y="467733"/>
          <a:ext cx="1921500" cy="19215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C05676-86D7-4283-A1F4-BB136F156961}">
      <dsp:nvSpPr>
        <dsp:cNvPr id="0" name=""/>
        <dsp:cNvSpPr/>
      </dsp:nvSpPr>
      <dsp:spPr>
        <a:xfrm>
          <a:off x="8438279" y="877233"/>
          <a:ext cx="1102500" cy="1102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9D545-388C-4032-A147-C63F042AE1C8}">
      <dsp:nvSpPr>
        <dsp:cNvPr id="0" name=""/>
        <dsp:cNvSpPr/>
      </dsp:nvSpPr>
      <dsp:spPr>
        <a:xfrm>
          <a:off x="7414529" y="2987734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- Target: SMBs hiring across sectors</a:t>
          </a:r>
        </a:p>
      </dsp:txBody>
      <dsp:txXfrm>
        <a:off x="7414529" y="2987734"/>
        <a:ext cx="315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1357C2-80F4-4ED3-9348-F4DE0ED3024D}">
      <dsp:nvSpPr>
        <dsp:cNvPr id="0" name=""/>
        <dsp:cNvSpPr/>
      </dsp:nvSpPr>
      <dsp:spPr>
        <a:xfrm>
          <a:off x="999731" y="898027"/>
          <a:ext cx="1265303" cy="12653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928266-8FBC-4FD3-B10B-A5F9DF08CD0A}">
      <dsp:nvSpPr>
        <dsp:cNvPr id="0" name=""/>
        <dsp:cNvSpPr/>
      </dsp:nvSpPr>
      <dsp:spPr>
        <a:xfrm>
          <a:off x="1269385" y="1167681"/>
          <a:ext cx="725993" cy="7259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21EC3-62C3-4CAA-B06F-72754ED3416A}">
      <dsp:nvSpPr>
        <dsp:cNvPr id="0" name=""/>
        <dsp:cNvSpPr/>
      </dsp:nvSpPr>
      <dsp:spPr>
        <a:xfrm>
          <a:off x="595248" y="2557440"/>
          <a:ext cx="207426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LinkedIn Ads targeting HR managers</a:t>
          </a:r>
        </a:p>
      </dsp:txBody>
      <dsp:txXfrm>
        <a:off x="595248" y="2557440"/>
        <a:ext cx="2074267" cy="720000"/>
      </dsp:txXfrm>
    </dsp:sp>
    <dsp:sp modelId="{34C09D8C-7C33-4F5A-BC75-320FB7847034}">
      <dsp:nvSpPr>
        <dsp:cNvPr id="0" name=""/>
        <dsp:cNvSpPr/>
      </dsp:nvSpPr>
      <dsp:spPr>
        <a:xfrm>
          <a:off x="3436995" y="898027"/>
          <a:ext cx="1265303" cy="12653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A2135A-22C9-460E-A953-1E2118D0A074}">
      <dsp:nvSpPr>
        <dsp:cNvPr id="0" name=""/>
        <dsp:cNvSpPr/>
      </dsp:nvSpPr>
      <dsp:spPr>
        <a:xfrm>
          <a:off x="3706650" y="1167681"/>
          <a:ext cx="725993" cy="7259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8C7CE-A4B8-4390-929D-42CE7EA006EB}">
      <dsp:nvSpPr>
        <dsp:cNvPr id="0" name=""/>
        <dsp:cNvSpPr/>
      </dsp:nvSpPr>
      <dsp:spPr>
        <a:xfrm>
          <a:off x="3032513" y="2557440"/>
          <a:ext cx="207426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Cold outreach to startups and recruiters</a:t>
          </a:r>
        </a:p>
      </dsp:txBody>
      <dsp:txXfrm>
        <a:off x="3032513" y="2557440"/>
        <a:ext cx="2074267" cy="720000"/>
      </dsp:txXfrm>
    </dsp:sp>
    <dsp:sp modelId="{4DECF48E-C863-461D-9FE9-B7CA9CE15927}">
      <dsp:nvSpPr>
        <dsp:cNvPr id="0" name=""/>
        <dsp:cNvSpPr/>
      </dsp:nvSpPr>
      <dsp:spPr>
        <a:xfrm>
          <a:off x="5874259" y="898027"/>
          <a:ext cx="1265303" cy="12653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509060-CA53-4DD5-8B68-C3499A074702}">
      <dsp:nvSpPr>
        <dsp:cNvPr id="0" name=""/>
        <dsp:cNvSpPr/>
      </dsp:nvSpPr>
      <dsp:spPr>
        <a:xfrm>
          <a:off x="6143914" y="1167681"/>
          <a:ext cx="725993" cy="7259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236211-1C5D-4389-BD33-11DD85737D05}">
      <dsp:nvSpPr>
        <dsp:cNvPr id="0" name=""/>
        <dsp:cNvSpPr/>
      </dsp:nvSpPr>
      <dsp:spPr>
        <a:xfrm>
          <a:off x="5469777" y="2557440"/>
          <a:ext cx="207426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Partnering with HR consultants</a:t>
          </a:r>
        </a:p>
      </dsp:txBody>
      <dsp:txXfrm>
        <a:off x="5469777" y="2557440"/>
        <a:ext cx="2074267" cy="720000"/>
      </dsp:txXfrm>
    </dsp:sp>
    <dsp:sp modelId="{8C2ABEB4-A988-442E-90DD-0F961402BB6F}">
      <dsp:nvSpPr>
        <dsp:cNvPr id="0" name=""/>
        <dsp:cNvSpPr/>
      </dsp:nvSpPr>
      <dsp:spPr>
        <a:xfrm>
          <a:off x="8311523" y="898027"/>
          <a:ext cx="1265303" cy="12653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E968CD-AFB1-403B-A2ED-21A58B0E5241}">
      <dsp:nvSpPr>
        <dsp:cNvPr id="0" name=""/>
        <dsp:cNvSpPr/>
      </dsp:nvSpPr>
      <dsp:spPr>
        <a:xfrm>
          <a:off x="8581178" y="1167681"/>
          <a:ext cx="725993" cy="7259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B44233-71CD-4551-BAA4-0E43917F902F}">
      <dsp:nvSpPr>
        <dsp:cNvPr id="0" name=""/>
        <dsp:cNvSpPr/>
      </dsp:nvSpPr>
      <dsp:spPr>
        <a:xfrm>
          <a:off x="7907041" y="2557440"/>
          <a:ext cx="207426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Launching on Product Hunt</a:t>
          </a:r>
        </a:p>
      </dsp:txBody>
      <dsp:txXfrm>
        <a:off x="7907041" y="2557440"/>
        <a:ext cx="2074267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4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0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41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95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7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08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63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767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64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52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0CE3618-1D7A-4256-B2AF-9DB692996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1A9185-A7D5-460B-98BC-0BF2EBD3E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8AFC1764-6516-4F77-BF30-B8ADB3C9F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CAFF9F9-F806-47EC-BCAC-9921E719F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09D92491-36BD-4861-BA54-DD88E6089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8">
              <a:extLst>
                <a:ext uri="{FF2B5EF4-FFF2-40B4-BE49-F238E27FC236}">
                  <a16:creationId xmlns:a16="http://schemas.microsoft.com/office/drawing/2014/main" id="{23740E15-AB86-4E5C-A137-07E0DDC03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1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BE097852-1F54-4EF0-A1BE-561272FCD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5C2DF1F9-21CC-430E-84C8-356C73C6F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7F11B45B-3EDE-4B6A-903B-0AE6E9DD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7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F77FDDC5-477E-420D-B98F-42ABA2477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13">
              <a:extLst>
                <a:ext uri="{FF2B5EF4-FFF2-40B4-BE49-F238E27FC236}">
                  <a16:creationId xmlns:a16="http://schemas.microsoft.com/office/drawing/2014/main" id="{A92C0474-B573-45C5-84C5-194CE1715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14">
              <a:extLst>
                <a:ext uri="{FF2B5EF4-FFF2-40B4-BE49-F238E27FC236}">
                  <a16:creationId xmlns:a16="http://schemas.microsoft.com/office/drawing/2014/main" id="{2FBC62F8-64D0-4025-99AE-A04E291D9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7632F945-80B5-4575-A538-29495BF8F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5562CC17-43D4-4E57-AE08-83952EE59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17">
              <a:extLst>
                <a:ext uri="{FF2B5EF4-FFF2-40B4-BE49-F238E27FC236}">
                  <a16:creationId xmlns:a16="http://schemas.microsoft.com/office/drawing/2014/main" id="{E1D78CFE-04CA-4101-AFCF-196940B2D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8">
              <a:extLst>
                <a:ext uri="{FF2B5EF4-FFF2-40B4-BE49-F238E27FC236}">
                  <a16:creationId xmlns:a16="http://schemas.microsoft.com/office/drawing/2014/main" id="{41F2A149-A64E-4690-B049-18C156A8E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19">
              <a:extLst>
                <a:ext uri="{FF2B5EF4-FFF2-40B4-BE49-F238E27FC236}">
                  <a16:creationId xmlns:a16="http://schemas.microsoft.com/office/drawing/2014/main" id="{D9313C72-D62D-4416-A6AE-7EB7D6B54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77B03BEA-76E5-4ECB-B9BB-D89D27509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6AF6BECE-416D-4C3A-AD6F-68B08F3CA7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B9197E2A-A098-480D-A2A6-3F3B889ED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23">
              <a:extLst>
                <a:ext uri="{FF2B5EF4-FFF2-40B4-BE49-F238E27FC236}">
                  <a16:creationId xmlns:a16="http://schemas.microsoft.com/office/drawing/2014/main" id="{5A493EDB-6C9E-483F-86A6-0F473E590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7374" y="1263404"/>
            <a:ext cx="8247189" cy="3115075"/>
          </a:xfrm>
        </p:spPr>
        <p:txBody>
          <a:bodyPr>
            <a:normAutofit/>
          </a:bodyPr>
          <a:lstStyle/>
          <a:p>
            <a:pPr algn="l"/>
            <a:r>
              <a:rPr lang="en-US" sz="7200">
                <a:solidFill>
                  <a:schemeClr val="accent1"/>
                </a:solidFill>
              </a:rPr>
              <a:t>Evalsy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7374" y="4560432"/>
            <a:ext cx="8300202" cy="1228171"/>
          </a:xfrm>
        </p:spPr>
        <p:txBody>
          <a:bodyPr>
            <a:norm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AI-Powered Hiring Platform</a:t>
            </a:r>
          </a:p>
          <a:p>
            <a:pPr algn="l"/>
            <a:r>
              <a:rPr lang="en-US" sz="2400">
                <a:solidFill>
                  <a:schemeClr val="tx1"/>
                </a:solidFill>
              </a:rPr>
              <a:t>www.evalsy.com</a:t>
            </a:r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3F39476B-1A6D-47CB-AC7A-FB87EF00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490253" y="3276595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EDB4298B-514D-4087-BFCF-5E0B7C9A9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4250D78-05C1-41CC-8744-FF361296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5" name="Freeform 5">
              <a:extLst>
                <a:ext uri="{FF2B5EF4-FFF2-40B4-BE49-F238E27FC236}">
                  <a16:creationId xmlns:a16="http://schemas.microsoft.com/office/drawing/2014/main" id="{488B658F-163C-450C-B32C-2385E374B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" name="Freeform 6">
              <a:extLst>
                <a:ext uri="{FF2B5EF4-FFF2-40B4-BE49-F238E27FC236}">
                  <a16:creationId xmlns:a16="http://schemas.microsoft.com/office/drawing/2014/main" id="{5AE85F6C-45F9-4F00-8AA8-52BD51059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7">
              <a:extLst>
                <a:ext uri="{FF2B5EF4-FFF2-40B4-BE49-F238E27FC236}">
                  <a16:creationId xmlns:a16="http://schemas.microsoft.com/office/drawing/2014/main" id="{4B0E90C3-F098-46CE-B1D9-44EDE9C6E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8">
              <a:extLst>
                <a:ext uri="{FF2B5EF4-FFF2-40B4-BE49-F238E27FC236}">
                  <a16:creationId xmlns:a16="http://schemas.microsoft.com/office/drawing/2014/main" id="{FFF59D4E-9109-4D0A-8064-9C534CCFB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9">
              <a:extLst>
                <a:ext uri="{FF2B5EF4-FFF2-40B4-BE49-F238E27FC236}">
                  <a16:creationId xmlns:a16="http://schemas.microsoft.com/office/drawing/2014/main" id="{94B8AAA4-1840-48B9-A1E7-8CE75F873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0">
              <a:extLst>
                <a:ext uri="{FF2B5EF4-FFF2-40B4-BE49-F238E27FC236}">
                  <a16:creationId xmlns:a16="http://schemas.microsoft.com/office/drawing/2014/main" id="{5A87B14D-183F-429F-849A-A6DC957B0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1">
              <a:extLst>
                <a:ext uri="{FF2B5EF4-FFF2-40B4-BE49-F238E27FC236}">
                  <a16:creationId xmlns:a16="http://schemas.microsoft.com/office/drawing/2014/main" id="{1C261938-CF78-4843-9295-A20FD1591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12">
              <a:extLst>
                <a:ext uri="{FF2B5EF4-FFF2-40B4-BE49-F238E27FC236}">
                  <a16:creationId xmlns:a16="http://schemas.microsoft.com/office/drawing/2014/main" id="{70557A9F-9800-4BDA-8EA5-312FBB056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13">
              <a:extLst>
                <a:ext uri="{FF2B5EF4-FFF2-40B4-BE49-F238E27FC236}">
                  <a16:creationId xmlns:a16="http://schemas.microsoft.com/office/drawing/2014/main" id="{55443555-50A7-490F-A7BD-C3761876B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14">
              <a:extLst>
                <a:ext uri="{FF2B5EF4-FFF2-40B4-BE49-F238E27FC236}">
                  <a16:creationId xmlns:a16="http://schemas.microsoft.com/office/drawing/2014/main" id="{0E25D709-0236-44C4-9AD0-23C27FFB64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15">
              <a:extLst>
                <a:ext uri="{FF2B5EF4-FFF2-40B4-BE49-F238E27FC236}">
                  <a16:creationId xmlns:a16="http://schemas.microsoft.com/office/drawing/2014/main" id="{52D3488E-C376-4058-9B14-3E67ECCF4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16">
              <a:extLst>
                <a:ext uri="{FF2B5EF4-FFF2-40B4-BE49-F238E27FC236}">
                  <a16:creationId xmlns:a16="http://schemas.microsoft.com/office/drawing/2014/main" id="{29C0577D-AE94-4E3E-AFE9-87D6F505C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17">
              <a:extLst>
                <a:ext uri="{FF2B5EF4-FFF2-40B4-BE49-F238E27FC236}">
                  <a16:creationId xmlns:a16="http://schemas.microsoft.com/office/drawing/2014/main" id="{628A3D14-A3AE-415B-81C0-10DABBD63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18">
              <a:extLst>
                <a:ext uri="{FF2B5EF4-FFF2-40B4-BE49-F238E27FC236}">
                  <a16:creationId xmlns:a16="http://schemas.microsoft.com/office/drawing/2014/main" id="{07722035-1059-41F4-801E-F6C3F4383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19">
              <a:extLst>
                <a:ext uri="{FF2B5EF4-FFF2-40B4-BE49-F238E27FC236}">
                  <a16:creationId xmlns:a16="http://schemas.microsoft.com/office/drawing/2014/main" id="{98275878-64ED-413C-B1B9-654EE17C5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20">
              <a:extLst>
                <a:ext uri="{FF2B5EF4-FFF2-40B4-BE49-F238E27FC236}">
                  <a16:creationId xmlns:a16="http://schemas.microsoft.com/office/drawing/2014/main" id="{6BE90BD7-1A14-43A3-8CD4-8D181EE63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12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21">
              <a:extLst>
                <a:ext uri="{FF2B5EF4-FFF2-40B4-BE49-F238E27FC236}">
                  <a16:creationId xmlns:a16="http://schemas.microsoft.com/office/drawing/2014/main" id="{8609B6EC-0BA4-4C45-B9CA-311B34B83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22">
              <a:extLst>
                <a:ext uri="{FF2B5EF4-FFF2-40B4-BE49-F238E27FC236}">
                  <a16:creationId xmlns:a16="http://schemas.microsoft.com/office/drawing/2014/main" id="{BA3962A2-D76B-4346-9535-356648073A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1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23">
              <a:extLst>
                <a:ext uri="{FF2B5EF4-FFF2-40B4-BE49-F238E27FC236}">
                  <a16:creationId xmlns:a16="http://schemas.microsoft.com/office/drawing/2014/main" id="{28CBAD67-783A-4EFF-852A-40CD9D58C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24">
              <a:extLst>
                <a:ext uri="{FF2B5EF4-FFF2-40B4-BE49-F238E27FC236}">
                  <a16:creationId xmlns:a16="http://schemas.microsoft.com/office/drawing/2014/main" id="{780BC275-9329-40AA-849F-7B258245E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25">
              <a:extLst>
                <a:ext uri="{FF2B5EF4-FFF2-40B4-BE49-F238E27FC236}">
                  <a16:creationId xmlns:a16="http://schemas.microsoft.com/office/drawing/2014/main" id="{55DA4B63-E5E4-49C5-BC03-E5A312146F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F8FCFCB-A7B0-3E8E-7960-D37AA664A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177" y="630936"/>
            <a:ext cx="6677553" cy="1353310"/>
          </a:xfrm>
        </p:spPr>
        <p:txBody>
          <a:bodyPr anchor="b">
            <a:normAutofit/>
          </a:bodyPr>
          <a:lstStyle/>
          <a:p>
            <a:pPr algn="l"/>
            <a:r>
              <a:rPr lang="en-US" sz="3300">
                <a:solidFill>
                  <a:schemeClr val="tx1"/>
                </a:solidFill>
              </a:rPr>
              <a:t>Meet Evalsy: AI-Powered Hiring Simplified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F9E6609-E011-3558-A1C4-8EBAE1050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7177" y="2161348"/>
            <a:ext cx="6677551" cy="3890460"/>
          </a:xfrm>
        </p:spPr>
        <p:txBody>
          <a:bodyPr anchor="ctr">
            <a:normAutofit/>
          </a:bodyPr>
          <a:lstStyle/>
          <a:p>
            <a:r>
              <a:rPr lang="en-US" sz="1600"/>
              <a:t>👋 Hi, I'm Askar Musthaffa – Co-founder of Evalsy.</a:t>
            </a:r>
          </a:p>
          <a:p>
            <a:r>
              <a:rPr lang="en-US" sz="1600"/>
              <a:t>Evalsy is an AI-driven hiring platform that automates candidate interviews.</a:t>
            </a:r>
          </a:p>
          <a:p>
            <a:r>
              <a:rPr lang="en-US" sz="1600"/>
              <a:t>We’re on a mission to simplify, speed up, and improve hiring decisions for teams everywhere.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D7D72-219C-CFC0-0BED-F422F075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310B702-7E49-766F-0BB6-50D732688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1030F52-B6EE-E1AD-383D-040785844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9895A780-FA95-C987-0004-E26A7606F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4BB74D25-EE46-F4D4-6CD6-CA305BD939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BB7CB36A-D495-FCB7-550D-97215FF1B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24B181EF-A118-B6F8-5CFE-6834E1BC7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71F363FC-A354-3460-BEC5-7B657D130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F9715D53-8F76-046B-2688-55209ABFC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11">
              <a:extLst>
                <a:ext uri="{FF2B5EF4-FFF2-40B4-BE49-F238E27FC236}">
                  <a16:creationId xmlns:a16="http://schemas.microsoft.com/office/drawing/2014/main" id="{4F5E3EAF-9B3B-5AB1-7269-9C003FAC6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BBF1C199-9649-6B2A-9A2E-7A47D9234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13">
              <a:extLst>
                <a:ext uri="{FF2B5EF4-FFF2-40B4-BE49-F238E27FC236}">
                  <a16:creationId xmlns:a16="http://schemas.microsoft.com/office/drawing/2014/main" id="{6FDED42B-5D78-E032-6B82-6BBE597425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14">
              <a:extLst>
                <a:ext uri="{FF2B5EF4-FFF2-40B4-BE49-F238E27FC236}">
                  <a16:creationId xmlns:a16="http://schemas.microsoft.com/office/drawing/2014/main" id="{39AEBB01-239E-D15F-FD32-59E1D08F1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15">
              <a:extLst>
                <a:ext uri="{FF2B5EF4-FFF2-40B4-BE49-F238E27FC236}">
                  <a16:creationId xmlns:a16="http://schemas.microsoft.com/office/drawing/2014/main" id="{677C9301-D608-CE8B-E81E-6DE87AD30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16">
              <a:extLst>
                <a:ext uri="{FF2B5EF4-FFF2-40B4-BE49-F238E27FC236}">
                  <a16:creationId xmlns:a16="http://schemas.microsoft.com/office/drawing/2014/main" id="{0DB48125-5012-E24E-8F94-FC2EE4039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17">
              <a:extLst>
                <a:ext uri="{FF2B5EF4-FFF2-40B4-BE49-F238E27FC236}">
                  <a16:creationId xmlns:a16="http://schemas.microsoft.com/office/drawing/2014/main" id="{1B663120-F0CE-4291-9961-61A2D2025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18">
              <a:extLst>
                <a:ext uri="{FF2B5EF4-FFF2-40B4-BE49-F238E27FC236}">
                  <a16:creationId xmlns:a16="http://schemas.microsoft.com/office/drawing/2014/main" id="{05FBBCED-4817-CBD1-736D-8C31373F2D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9">
              <a:extLst>
                <a:ext uri="{FF2B5EF4-FFF2-40B4-BE49-F238E27FC236}">
                  <a16:creationId xmlns:a16="http://schemas.microsoft.com/office/drawing/2014/main" id="{AD0F6B50-EADB-D3E4-AA88-BFF86F170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0">
              <a:extLst>
                <a:ext uri="{FF2B5EF4-FFF2-40B4-BE49-F238E27FC236}">
                  <a16:creationId xmlns:a16="http://schemas.microsoft.com/office/drawing/2014/main" id="{0C065EDC-326A-DD44-4153-F584D15C0A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21">
              <a:extLst>
                <a:ext uri="{FF2B5EF4-FFF2-40B4-BE49-F238E27FC236}">
                  <a16:creationId xmlns:a16="http://schemas.microsoft.com/office/drawing/2014/main" id="{B381FA10-2D40-7E92-769C-ECEFF9CFA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22">
              <a:extLst>
                <a:ext uri="{FF2B5EF4-FFF2-40B4-BE49-F238E27FC236}">
                  <a16:creationId xmlns:a16="http://schemas.microsoft.com/office/drawing/2014/main" id="{9FAD7BD2-B19A-0E39-32D0-E9BD59BD6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23">
              <a:extLst>
                <a:ext uri="{FF2B5EF4-FFF2-40B4-BE49-F238E27FC236}">
                  <a16:creationId xmlns:a16="http://schemas.microsoft.com/office/drawing/2014/main" id="{91EEE5C7-3C3A-801E-7976-ACB42CC0C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24">
              <a:extLst>
                <a:ext uri="{FF2B5EF4-FFF2-40B4-BE49-F238E27FC236}">
                  <a16:creationId xmlns:a16="http://schemas.microsoft.com/office/drawing/2014/main" id="{B3747CD7-7617-8075-2635-0F6FAA12C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25">
              <a:extLst>
                <a:ext uri="{FF2B5EF4-FFF2-40B4-BE49-F238E27FC236}">
                  <a16:creationId xmlns:a16="http://schemas.microsoft.com/office/drawing/2014/main" id="{0A9FACD8-9B69-7ABE-C34A-ABC632AD0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703A2F2-27E0-44F9-B39A-7C342FB59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87" y="798881"/>
            <a:ext cx="8673427" cy="10489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Problem</a:t>
            </a:r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88A299FD-6E6C-6FCA-A094-E8D775FAB4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7722" y="1990976"/>
          <a:ext cx="10576558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0169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2413CC-69E6-4BDA-A88D-E4EF8F95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F1F7357-8633-4CE7-BF80-475EE8A2F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E402FE4E-C12D-497C-AF81-F08E4E02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59247B10-170D-4E62-849A-38FCB43C6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89A587A7-1BEF-45AA-9EFC-6558A8749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AC25B5A1-6EF7-44EC-A2F0-1EDC96A79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80B8582C-7E17-4115-9FF1-979C8405C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F6C4AB66-7A18-4E51-935B-237F4CA82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CDF12911-A240-4580-8788-0C49DB1FE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EAE0F5DE-442D-4F6C-B02C-2568ED195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4F24A002-AFDE-4034-85BE-CBF005AE9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36F0721E-B4B0-4A6C-A92C-F8DE92D3A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54D2DC98-69F8-4F2F-9D45-BDFFA5E2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0A636E33-DC38-40B9-B941-037E5D860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03D30690-68C2-4AEC-9789-1495D97E1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1020B1B9-821B-49FB-BDC9-57DA08CB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720EDCE4-8B18-413F-989E-E79628E5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8563351E-0DDD-4FC8-8D0C-1E446E3C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15E8B705-64E7-4513-B3CB-BF46C357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30DAEE1C-EBB5-47F5-9E76-564FCFDBF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EDB255E9-A3E2-4098-99A1-FE38FAD15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D2507F2A-27AF-4833-8273-5FC9A9886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8DFB8904-0CB8-45AD-ABD2-F7A582365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9287" y="798881"/>
            <a:ext cx="8673427" cy="10489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Solution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BBB7B82-1430-2E35-E420-A46B92ACDB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4021137"/>
              </p:ext>
            </p:extLst>
          </p:nvPr>
        </p:nvGraphicFramePr>
        <p:xfrm>
          <a:off x="807722" y="1990976"/>
          <a:ext cx="10576558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15C548-7118-485C-9F94-632AA13D3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D7F906-9BCC-447D-B901-20F63333D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68E5C8D8-ED34-4A4C-92C6-1C387297A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72FF48C-81B2-4637-8E97-B8C3E33D7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EB5E5BD8-66D5-43B5-82B8-10BDA1D835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D01F9F-9A03-4A89-8BCE-20A888F66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508EB1BF-1491-4E65-9C35-008934D572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3C7E1841-BA80-466A-AA20-DB02F939A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806A9BD-9B6D-4D87-AE1F-6AF1EA95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C8D7BB10-F13B-4F61-895E-20F15676E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2AEAC03C-03A6-4619-A1F4-2C2AB1038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1F12D195-3755-4A5F-80D0-F2610E00C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9DF8AF1B-9850-45E0-91D7-7C144736C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9A69AB78-1FF4-4FD6-99AB-D37FDD06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F4CD039C-77A9-4589-8AD7-53C445B439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9BBE1729-AA67-4290-A6B6-76C54B73A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C7989282-C9A6-4905-9EE7-BAD79F996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EFFD14C3-BBFF-48F2-AB6C-C2EE0263F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35EF92FD-4E70-41BC-A2C3-E19279188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13C9D14D-C1BC-47A4-810F-2B23782862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7BB78E9D-8FB2-4188-AA76-B076EC91EC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086F636F-8908-4A84-9DE8-38A1D3B9B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BCDAB8B2-1267-4ABD-A817-3078AEC298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05D9A16-BB91-4097-BD0B-3B994C03A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4672" y="4281677"/>
            <a:ext cx="10579607" cy="1771275"/>
            <a:chOff x="804672" y="3893141"/>
            <a:chExt cx="10579607" cy="1771275"/>
          </a:xfrm>
          <a:solidFill>
            <a:schemeClr val="tx2"/>
          </a:solidFill>
        </p:grpSpPr>
        <p:sp>
          <p:nvSpPr>
            <p:cNvPr id="35" name="Isosceles Triangle 39">
              <a:extLst>
                <a:ext uri="{FF2B5EF4-FFF2-40B4-BE49-F238E27FC236}">
                  <a16:creationId xmlns:a16="http://schemas.microsoft.com/office/drawing/2014/main" id="{E4EAE09B-33C0-47CA-8856-8A266114D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865A29A-C0EC-40AE-951A-1C7AFEFB0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672" y="3893141"/>
              <a:ext cx="10579607" cy="14202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968" y="4368773"/>
            <a:ext cx="10417231" cy="1250384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Why This Matters in Korea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3BBC01-E9AC-4918-5376-7A16065E07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7335947"/>
              </p:ext>
            </p:extLst>
          </p:nvPr>
        </p:nvGraphicFramePr>
        <p:xfrm>
          <a:off x="804672" y="803186"/>
          <a:ext cx="10579607" cy="3043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B4298B-514D-4087-BFCF-5E0B7C9A9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50D78-05C1-41CC-8744-FF361296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88B658F-163C-450C-B32C-2385E374B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AE85F6C-45F9-4F00-8AA8-52BD51059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4B0E90C3-F098-46CE-B1D9-44EDE9C6E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FFF59D4E-9109-4D0A-8064-9C534CCFB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4B8AAA4-1840-48B9-A1E7-8CE75F873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A87B14D-183F-429F-849A-A6DC957B0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C261938-CF78-4843-9295-A20FD1591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70557A9F-9800-4BDA-8EA5-312FBB056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55443555-50A7-490F-A7BD-C3761876B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0E25D709-0236-44C4-9AD0-23C27FFB64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52D3488E-C376-4058-9B14-3E67ECCF4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9C0577D-AE94-4E3E-AFE9-87D6F505C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28A3D14-A3AE-415B-81C0-10DABBD63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7722035-1059-41F4-801E-F6C3F4383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98275878-64ED-413C-B1B9-654EE17C5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6BE90BD7-1A14-43A3-8CD4-8D181EE63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12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8609B6EC-0BA4-4C45-B9CA-311B34B83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BA3962A2-D76B-4346-9535-356648073A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1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28CBAD67-783A-4EFF-852A-40CD9D58C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780BC275-9329-40AA-849F-7B258245E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55DA4B63-E5E4-49C5-BC03-E5A312146F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7177" y="630936"/>
            <a:ext cx="6677553" cy="1353310"/>
          </a:xfrm>
        </p:spPr>
        <p:txBody>
          <a:bodyPr anchor="b">
            <a:normAutofit/>
          </a:bodyPr>
          <a:lstStyle/>
          <a:p>
            <a:pPr algn="l"/>
            <a:r>
              <a:rPr lang="en-US" sz="3600">
                <a:solidFill>
                  <a:schemeClr val="tx1"/>
                </a:solidFill>
              </a:rPr>
              <a:t>Let’s Build This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7177" y="2161348"/>
            <a:ext cx="6677551" cy="3890460"/>
          </a:xfrm>
        </p:spPr>
        <p:txBody>
          <a:bodyPr anchor="ctr">
            <a:normAutofit/>
          </a:bodyPr>
          <a:lstStyle/>
          <a:p>
            <a:r>
              <a:rPr lang="en-US" sz="1600"/>
              <a:t>🌟 Open to co-founder-level partnership for Korea expansion.</a:t>
            </a:r>
          </a:p>
          <a:p>
            <a:r>
              <a:rPr lang="en-US" sz="1600"/>
              <a:t>🤝 Looking for someone with strong market understanding and client access.</a:t>
            </a:r>
          </a:p>
          <a:p>
            <a:r>
              <a:rPr lang="en-US" sz="1600"/>
              <a:t>📈 Potential for equity, revenue share, or strategic partnership.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DB4298B-514D-4087-BFCF-5E0B7C9A9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4250D78-05C1-41CC-8744-FF361296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88B658F-163C-450C-B32C-2385E374B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5AE85F6C-45F9-4F00-8AA8-52BD51059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4B0E90C3-F098-46CE-B1D9-44EDE9C6E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8">
              <a:extLst>
                <a:ext uri="{FF2B5EF4-FFF2-40B4-BE49-F238E27FC236}">
                  <a16:creationId xmlns:a16="http://schemas.microsoft.com/office/drawing/2014/main" id="{FFF59D4E-9109-4D0A-8064-9C534CCFB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4B8AAA4-1840-48B9-A1E7-8CE75F873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5A87B14D-183F-429F-849A-A6DC957B0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C261938-CF78-4843-9295-A20FD1591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70557A9F-9800-4BDA-8EA5-312FBB056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55443555-50A7-490F-A7BD-C3761876B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0E25D709-0236-44C4-9AD0-23C27FFB64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52D3488E-C376-4058-9B14-3E67ECCF4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9C0577D-AE94-4E3E-AFE9-87D6F505C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28A3D14-A3AE-415B-81C0-10DABBD63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7722035-1059-41F4-801E-F6C3F4383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98275878-64ED-413C-B1B9-654EE17C5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6BE90BD7-1A14-43A3-8CD4-8D181EE63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12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8609B6EC-0BA4-4C45-B9CA-311B34B83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BA3962A2-D76B-4346-9535-356648073A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1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28CBAD67-783A-4EFF-852A-40CD9D58C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780BC275-9329-40AA-849F-7B258245E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55DA4B63-E5E4-49C5-BC03-E5A312146F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7177" y="630936"/>
            <a:ext cx="6677553" cy="1353310"/>
          </a:xfrm>
        </p:spPr>
        <p:txBody>
          <a:bodyPr anchor="b">
            <a:normAutofit/>
          </a:bodyPr>
          <a:lstStyle/>
          <a:p>
            <a:pPr algn="l"/>
            <a:r>
              <a:rPr lang="en-US" sz="3600">
                <a:solidFill>
                  <a:schemeClr val="tx1"/>
                </a:solidFill>
              </a:rPr>
              <a:t>Next Steps If We Partner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7177" y="2161348"/>
            <a:ext cx="6677551" cy="3890460"/>
          </a:xfrm>
        </p:spPr>
        <p:txBody>
          <a:bodyPr anchor="ctr">
            <a:normAutofit/>
          </a:bodyPr>
          <a:lstStyle/>
          <a:p>
            <a:r>
              <a:rPr lang="en-US" sz="1600"/>
              <a:t>🔹 Align on ideal pilot clients.</a:t>
            </a:r>
          </a:p>
          <a:p>
            <a:r>
              <a:rPr lang="en-US" sz="1600"/>
              <a:t>🔹 Explore localization or branding needs.</a:t>
            </a:r>
          </a:p>
          <a:p>
            <a:r>
              <a:rPr lang="en-US" sz="1600"/>
              <a:t>🔹 Define partnership structure (co-founder, reseller, advisor).</a:t>
            </a:r>
          </a:p>
          <a:p>
            <a:r>
              <a:rPr lang="en-US" sz="1600"/>
              <a:t>📅 Let’s explore this on our upcoming call!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2413CC-69E6-4BDA-A88D-E4EF8F95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F1F7357-8633-4CE7-BF80-475EE8A2F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E402FE4E-C12D-497C-AF81-F08E4E02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59247B10-170D-4E62-849A-38FCB43C6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89A587A7-1BEF-45AA-9EFC-6558A8749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AC25B5A1-6EF7-44EC-A2F0-1EDC96A79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80B8582C-7E17-4115-9FF1-979C8405C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F6C4AB66-7A18-4E51-935B-237F4CA82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CDF12911-A240-4580-8788-0C49DB1FE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EAE0F5DE-442D-4F6C-B02C-2568ED195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F24A002-AFDE-4034-85BE-CBF005AE9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36F0721E-B4B0-4A6C-A92C-F8DE92D3A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4D2DC98-69F8-4F2F-9D45-BDFFA5E2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0A636E33-DC38-40B9-B941-037E5D860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03D30690-68C2-4AEC-9789-1495D97E1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1020B1B9-821B-49FB-BDC9-57DA08CB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720EDCE4-8B18-413F-989E-E79628E5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8563351E-0DDD-4FC8-8D0C-1E446E3C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15E8B705-64E7-4513-B3CB-BF46C357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30DAEE1C-EBB5-47F5-9E76-564FCFDBF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EDB255E9-A3E2-4098-99A1-FE38FAD15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D2507F2A-27AF-4833-8273-5FC9A9886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DFB8904-0CB8-45AD-ABD2-F7A582365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9287" y="798881"/>
            <a:ext cx="8673427" cy="10489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Market Opportunity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EE74E3-3C7D-03EB-FF24-C04FA820A9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454439"/>
              </p:ext>
            </p:extLst>
          </p:nvPr>
        </p:nvGraphicFramePr>
        <p:xfrm>
          <a:off x="807722" y="1990976"/>
          <a:ext cx="10576558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982413CC-69E6-4BDA-A88D-E4EF8F95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F1F7357-8633-4CE7-BF80-475EE8A2F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56" name="Freeform 5">
              <a:extLst>
                <a:ext uri="{FF2B5EF4-FFF2-40B4-BE49-F238E27FC236}">
                  <a16:creationId xmlns:a16="http://schemas.microsoft.com/office/drawing/2014/main" id="{E402FE4E-C12D-497C-AF81-F08E4E02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6">
              <a:extLst>
                <a:ext uri="{FF2B5EF4-FFF2-40B4-BE49-F238E27FC236}">
                  <a16:creationId xmlns:a16="http://schemas.microsoft.com/office/drawing/2014/main" id="{59247B10-170D-4E62-849A-38FCB43C6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7">
              <a:extLst>
                <a:ext uri="{FF2B5EF4-FFF2-40B4-BE49-F238E27FC236}">
                  <a16:creationId xmlns:a16="http://schemas.microsoft.com/office/drawing/2014/main" id="{89A587A7-1BEF-45AA-9EFC-6558A8749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8">
              <a:extLst>
                <a:ext uri="{FF2B5EF4-FFF2-40B4-BE49-F238E27FC236}">
                  <a16:creationId xmlns:a16="http://schemas.microsoft.com/office/drawing/2014/main" id="{AC25B5A1-6EF7-44EC-A2F0-1EDC96A79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9">
              <a:extLst>
                <a:ext uri="{FF2B5EF4-FFF2-40B4-BE49-F238E27FC236}">
                  <a16:creationId xmlns:a16="http://schemas.microsoft.com/office/drawing/2014/main" id="{80B8582C-7E17-4115-9FF1-979C8405C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10">
              <a:extLst>
                <a:ext uri="{FF2B5EF4-FFF2-40B4-BE49-F238E27FC236}">
                  <a16:creationId xmlns:a16="http://schemas.microsoft.com/office/drawing/2014/main" id="{F6C4AB66-7A18-4E51-935B-237F4CA82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1">
              <a:extLst>
                <a:ext uri="{FF2B5EF4-FFF2-40B4-BE49-F238E27FC236}">
                  <a16:creationId xmlns:a16="http://schemas.microsoft.com/office/drawing/2014/main" id="{CDF12911-A240-4580-8788-0C49DB1FE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12">
              <a:extLst>
                <a:ext uri="{FF2B5EF4-FFF2-40B4-BE49-F238E27FC236}">
                  <a16:creationId xmlns:a16="http://schemas.microsoft.com/office/drawing/2014/main" id="{EAE0F5DE-442D-4F6C-B02C-2568ED195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3">
              <a:extLst>
                <a:ext uri="{FF2B5EF4-FFF2-40B4-BE49-F238E27FC236}">
                  <a16:creationId xmlns:a16="http://schemas.microsoft.com/office/drawing/2014/main" id="{4F24A002-AFDE-4034-85BE-CBF005AE9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14">
              <a:extLst>
                <a:ext uri="{FF2B5EF4-FFF2-40B4-BE49-F238E27FC236}">
                  <a16:creationId xmlns:a16="http://schemas.microsoft.com/office/drawing/2014/main" id="{36F0721E-B4B0-4A6C-A92C-F8DE92D3A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15">
              <a:extLst>
                <a:ext uri="{FF2B5EF4-FFF2-40B4-BE49-F238E27FC236}">
                  <a16:creationId xmlns:a16="http://schemas.microsoft.com/office/drawing/2014/main" id="{54D2DC98-69F8-4F2F-9D45-BDFFA5E2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0A636E33-DC38-40B9-B941-037E5D860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17">
              <a:extLst>
                <a:ext uri="{FF2B5EF4-FFF2-40B4-BE49-F238E27FC236}">
                  <a16:creationId xmlns:a16="http://schemas.microsoft.com/office/drawing/2014/main" id="{03D30690-68C2-4AEC-9789-1495D97E1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18">
              <a:extLst>
                <a:ext uri="{FF2B5EF4-FFF2-40B4-BE49-F238E27FC236}">
                  <a16:creationId xmlns:a16="http://schemas.microsoft.com/office/drawing/2014/main" id="{1020B1B9-821B-49FB-BDC9-57DA08CB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19">
              <a:extLst>
                <a:ext uri="{FF2B5EF4-FFF2-40B4-BE49-F238E27FC236}">
                  <a16:creationId xmlns:a16="http://schemas.microsoft.com/office/drawing/2014/main" id="{720EDCE4-8B18-413F-989E-E79628E5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0">
              <a:extLst>
                <a:ext uri="{FF2B5EF4-FFF2-40B4-BE49-F238E27FC236}">
                  <a16:creationId xmlns:a16="http://schemas.microsoft.com/office/drawing/2014/main" id="{8563351E-0DDD-4FC8-8D0C-1E446E3C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21">
              <a:extLst>
                <a:ext uri="{FF2B5EF4-FFF2-40B4-BE49-F238E27FC236}">
                  <a16:creationId xmlns:a16="http://schemas.microsoft.com/office/drawing/2014/main" id="{15E8B705-64E7-4513-B3CB-BF46C357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2">
              <a:extLst>
                <a:ext uri="{FF2B5EF4-FFF2-40B4-BE49-F238E27FC236}">
                  <a16:creationId xmlns:a16="http://schemas.microsoft.com/office/drawing/2014/main" id="{30DAEE1C-EBB5-47F5-9E76-564FCFDBF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3">
              <a:extLst>
                <a:ext uri="{FF2B5EF4-FFF2-40B4-BE49-F238E27FC236}">
                  <a16:creationId xmlns:a16="http://schemas.microsoft.com/office/drawing/2014/main" id="{EDB255E9-A3E2-4098-99A1-FE38FAD15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24">
              <a:extLst>
                <a:ext uri="{FF2B5EF4-FFF2-40B4-BE49-F238E27FC236}">
                  <a16:creationId xmlns:a16="http://schemas.microsoft.com/office/drawing/2014/main" id="{D2507F2A-27AF-4833-8273-5FC9A9886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25">
              <a:extLst>
                <a:ext uri="{FF2B5EF4-FFF2-40B4-BE49-F238E27FC236}">
                  <a16:creationId xmlns:a16="http://schemas.microsoft.com/office/drawing/2014/main" id="{8DFB8904-0CB8-45AD-ABD2-F7A582365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9287" y="798881"/>
            <a:ext cx="8673427" cy="10489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Go-to-Market Strategy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BB5253-D6ED-E966-9E7A-ACB0939EFF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3941799"/>
              </p:ext>
            </p:extLst>
          </p:nvPr>
        </p:nvGraphicFramePr>
        <p:xfrm>
          <a:off x="807722" y="1990976"/>
          <a:ext cx="10576558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66</TotalTime>
  <Words>283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 Light</vt:lpstr>
      <vt:lpstr>Rockwell</vt:lpstr>
      <vt:lpstr>Wingdings</vt:lpstr>
      <vt:lpstr>Atlas</vt:lpstr>
      <vt:lpstr>Evalsy</vt:lpstr>
      <vt:lpstr>Meet Evalsy: AI-Powered Hiring Simplified</vt:lpstr>
      <vt:lpstr>Problem</vt:lpstr>
      <vt:lpstr>Solution</vt:lpstr>
      <vt:lpstr>Why This Matters in Korea</vt:lpstr>
      <vt:lpstr>Let’s Build This Together</vt:lpstr>
      <vt:lpstr>Next Steps If We Partner</vt:lpstr>
      <vt:lpstr>Market Opportunity</vt:lpstr>
      <vt:lpstr>Go-to-Market Strategy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Askar Musthaffa</cp:lastModifiedBy>
  <cp:revision>4</cp:revision>
  <dcterms:created xsi:type="dcterms:W3CDTF">2013-01-27T09:14:16Z</dcterms:created>
  <dcterms:modified xsi:type="dcterms:W3CDTF">2025-07-02T18:36:05Z</dcterms:modified>
  <cp:category/>
</cp:coreProperties>
</file>