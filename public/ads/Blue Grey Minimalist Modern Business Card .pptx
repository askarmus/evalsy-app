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3200400" cy="1828800"/>
  <p:notesSz cx="6858000" cy="9144000"/>
  <p:embeddedFontLst>
    <p:embeddedFont>
      <p:font typeface="Poppins Bold" charset="1" panose="00000800000000000000"/>
      <p:regular r:id="rId9"/>
    </p:embeddedFont>
    <p:embeddedFont>
      <p:font typeface="Poppins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D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4738" y="-119846"/>
            <a:ext cx="2192043" cy="2068491"/>
          </a:xfrm>
          <a:custGeom>
            <a:avLst/>
            <a:gdLst/>
            <a:ahLst/>
            <a:cxnLst/>
            <a:rect r="r" b="b" t="t" l="l"/>
            <a:pathLst>
              <a:path h="2068491" w="2192043">
                <a:moveTo>
                  <a:pt x="0" y="0"/>
                </a:moveTo>
                <a:lnTo>
                  <a:pt x="2192043" y="0"/>
                </a:lnTo>
                <a:lnTo>
                  <a:pt x="2192043" y="2068492"/>
                </a:lnTo>
                <a:lnTo>
                  <a:pt x="0" y="2068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4542" y="-61743"/>
            <a:ext cx="1900842" cy="2357828"/>
            <a:chOff x="0" y="0"/>
            <a:chExt cx="2816063" cy="34930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16063" cy="3493078"/>
            </a:xfrm>
            <a:custGeom>
              <a:avLst/>
              <a:gdLst/>
              <a:ahLst/>
              <a:cxnLst/>
              <a:rect r="r" b="b" t="t" l="l"/>
              <a:pathLst>
                <a:path h="3493078" w="2816063">
                  <a:moveTo>
                    <a:pt x="0" y="0"/>
                  </a:moveTo>
                  <a:lnTo>
                    <a:pt x="2816063" y="0"/>
                  </a:lnTo>
                  <a:lnTo>
                    <a:pt x="2816063" y="3493078"/>
                  </a:lnTo>
                  <a:lnTo>
                    <a:pt x="0" y="3493078"/>
                  </a:lnTo>
                  <a:close/>
                </a:path>
              </a:pathLst>
            </a:custGeom>
            <a:solidFill>
              <a:srgbClr val="B10A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816063" cy="3502603"/>
            </a:xfrm>
            <a:prstGeom prst="rect">
              <a:avLst/>
            </a:prstGeom>
          </p:spPr>
          <p:txBody>
            <a:bodyPr anchor="ctr" rtlCol="false" tIns="51613" lIns="51613" bIns="51613" rIns="51613"/>
            <a:lstStyle/>
            <a:p>
              <a:pPr algn="ctr">
                <a:lnSpc>
                  <a:spcPts val="99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1012" y="711629"/>
            <a:ext cx="1079390" cy="284015"/>
          </a:xfrm>
          <a:custGeom>
            <a:avLst/>
            <a:gdLst/>
            <a:ahLst/>
            <a:cxnLst/>
            <a:rect r="r" b="b" t="t" l="l"/>
            <a:pathLst>
              <a:path h="284015" w="1079390">
                <a:moveTo>
                  <a:pt x="0" y="0"/>
                </a:moveTo>
                <a:lnTo>
                  <a:pt x="1079391" y="0"/>
                </a:lnTo>
                <a:lnTo>
                  <a:pt x="1079391" y="284015"/>
                </a:lnTo>
                <a:lnTo>
                  <a:pt x="0" y="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8295" y="446611"/>
            <a:ext cx="1396237" cy="16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b="true" sz="979">
                <a:solidFill>
                  <a:srgbClr val="FAFAFF"/>
                </a:solidFill>
                <a:latin typeface="Poppins Bold"/>
                <a:ea typeface="Poppins Bold"/>
                <a:cs typeface="Poppins Bold"/>
                <a:sym typeface="Poppins Bold"/>
              </a:rPr>
              <a:t>RIMZAN FAROOK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9251" y="593191"/>
            <a:ext cx="1396237" cy="12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"/>
              </a:lnSpc>
              <a:spcBef>
                <a:spcPct val="0"/>
              </a:spcBef>
            </a:pPr>
            <a:r>
              <a:rPr lang="en-US" sz="711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Marketing Executive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1970" y="1432860"/>
            <a:ext cx="1288773" cy="7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"/>
              </a:lnSpc>
              <a:spcBef>
                <a:spcPct val="0"/>
              </a:spcBef>
            </a:pPr>
            <a:r>
              <a:rPr lang="en-US" sz="479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team@evalsy.com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0577" y="1231854"/>
            <a:ext cx="1288773" cy="7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"/>
              </a:lnSpc>
              <a:spcBef>
                <a:spcPct val="0"/>
              </a:spcBef>
            </a:pPr>
            <a:r>
              <a:rPr lang="en-US" sz="480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+960 737-7806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6389" y="1072379"/>
            <a:ext cx="1188637" cy="4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"/>
              </a:lnSpc>
            </a:pPr>
            <a:r>
              <a:rPr lang="en-US" sz="311" spc="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AI-POWERED HIRING. 90% FASTER. 70% CHEAPER.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97658" y="1437439"/>
            <a:ext cx="78980" cy="78980"/>
          </a:xfrm>
          <a:custGeom>
            <a:avLst/>
            <a:gdLst/>
            <a:ahLst/>
            <a:cxnLst/>
            <a:rect r="r" b="b" t="t" l="l"/>
            <a:pathLst>
              <a:path h="78980" w="78980">
                <a:moveTo>
                  <a:pt x="0" y="0"/>
                </a:moveTo>
                <a:lnTo>
                  <a:pt x="78980" y="0"/>
                </a:lnTo>
                <a:lnTo>
                  <a:pt x="78980" y="78980"/>
                </a:lnTo>
                <a:lnTo>
                  <a:pt x="0" y="789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658" y="1339409"/>
            <a:ext cx="78980" cy="78980"/>
          </a:xfrm>
          <a:custGeom>
            <a:avLst/>
            <a:gdLst/>
            <a:ahLst/>
            <a:cxnLst/>
            <a:rect r="r" b="b" t="t" l="l"/>
            <a:pathLst>
              <a:path h="78980" w="78980">
                <a:moveTo>
                  <a:pt x="0" y="0"/>
                </a:moveTo>
                <a:lnTo>
                  <a:pt x="78980" y="0"/>
                </a:lnTo>
                <a:lnTo>
                  <a:pt x="78980" y="78980"/>
                </a:lnTo>
                <a:lnTo>
                  <a:pt x="0" y="789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658" y="1241379"/>
            <a:ext cx="78980" cy="78980"/>
          </a:xfrm>
          <a:custGeom>
            <a:avLst/>
            <a:gdLst/>
            <a:ahLst/>
            <a:cxnLst/>
            <a:rect r="r" b="b" t="t" l="l"/>
            <a:pathLst>
              <a:path h="78980" w="78980">
                <a:moveTo>
                  <a:pt x="0" y="0"/>
                </a:moveTo>
                <a:lnTo>
                  <a:pt x="78980" y="0"/>
                </a:lnTo>
                <a:lnTo>
                  <a:pt x="78980" y="78980"/>
                </a:lnTo>
                <a:lnTo>
                  <a:pt x="0" y="789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97658" y="1538947"/>
            <a:ext cx="78980" cy="78980"/>
          </a:xfrm>
          <a:custGeom>
            <a:avLst/>
            <a:gdLst/>
            <a:ahLst/>
            <a:cxnLst/>
            <a:rect r="r" b="b" t="t" l="l"/>
            <a:pathLst>
              <a:path h="78980" w="78980">
                <a:moveTo>
                  <a:pt x="0" y="0"/>
                </a:moveTo>
                <a:lnTo>
                  <a:pt x="78980" y="0"/>
                </a:lnTo>
                <a:lnTo>
                  <a:pt x="78980" y="78980"/>
                </a:lnTo>
                <a:lnTo>
                  <a:pt x="0" y="78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21970" y="1325672"/>
            <a:ext cx="1288773" cy="7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"/>
              </a:lnSpc>
              <a:spcBef>
                <a:spcPct val="0"/>
              </a:spcBef>
            </a:pPr>
            <a:r>
              <a:rPr lang="en-US" sz="480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www.evalsy.com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21970" y="1542671"/>
            <a:ext cx="1288773" cy="15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"/>
              </a:lnSpc>
              <a:spcBef>
                <a:spcPct val="0"/>
              </a:spcBef>
            </a:pPr>
            <a:r>
              <a:rPr lang="en-US" sz="480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2 Havelock Road, #05-10 </a:t>
            </a:r>
          </a:p>
          <a:p>
            <a:pPr algn="l" marL="0" indent="0" lvl="0">
              <a:lnSpc>
                <a:spcPts val="672"/>
              </a:lnSpc>
              <a:spcBef>
                <a:spcPct val="0"/>
              </a:spcBef>
            </a:pPr>
            <a:r>
              <a:rPr lang="en-US" sz="480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Havelock II, Singapore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D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4738" y="-119846"/>
            <a:ext cx="2192043" cy="2068491"/>
          </a:xfrm>
          <a:custGeom>
            <a:avLst/>
            <a:gdLst/>
            <a:ahLst/>
            <a:cxnLst/>
            <a:rect r="r" b="b" t="t" l="l"/>
            <a:pathLst>
              <a:path h="2068491" w="2192043">
                <a:moveTo>
                  <a:pt x="0" y="0"/>
                </a:moveTo>
                <a:lnTo>
                  <a:pt x="2192043" y="0"/>
                </a:lnTo>
                <a:lnTo>
                  <a:pt x="2192043" y="2068492"/>
                </a:lnTo>
                <a:lnTo>
                  <a:pt x="0" y="2068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4542" y="-61743"/>
            <a:ext cx="1900842" cy="2357828"/>
            <a:chOff x="0" y="0"/>
            <a:chExt cx="2816063" cy="34930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16063" cy="3493078"/>
            </a:xfrm>
            <a:custGeom>
              <a:avLst/>
              <a:gdLst/>
              <a:ahLst/>
              <a:cxnLst/>
              <a:rect r="r" b="b" t="t" l="l"/>
              <a:pathLst>
                <a:path h="3493078" w="2816063">
                  <a:moveTo>
                    <a:pt x="0" y="0"/>
                  </a:moveTo>
                  <a:lnTo>
                    <a:pt x="2816063" y="0"/>
                  </a:lnTo>
                  <a:lnTo>
                    <a:pt x="2816063" y="3493078"/>
                  </a:lnTo>
                  <a:lnTo>
                    <a:pt x="0" y="3493078"/>
                  </a:lnTo>
                  <a:close/>
                </a:path>
              </a:pathLst>
            </a:custGeom>
            <a:solidFill>
              <a:srgbClr val="B10A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816063" cy="3502603"/>
            </a:xfrm>
            <a:prstGeom prst="rect">
              <a:avLst/>
            </a:prstGeom>
          </p:spPr>
          <p:txBody>
            <a:bodyPr anchor="ctr" rtlCol="false" tIns="51613" lIns="51613" bIns="51613" rIns="51613"/>
            <a:lstStyle/>
            <a:p>
              <a:pPr algn="l" marL="0" indent="0" lvl="0">
                <a:lnSpc>
                  <a:spcPts val="67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1012" y="711629"/>
            <a:ext cx="1079390" cy="284015"/>
          </a:xfrm>
          <a:custGeom>
            <a:avLst/>
            <a:gdLst/>
            <a:ahLst/>
            <a:cxnLst/>
            <a:rect r="r" b="b" t="t" l="l"/>
            <a:pathLst>
              <a:path h="284015" w="1079390">
                <a:moveTo>
                  <a:pt x="0" y="0"/>
                </a:moveTo>
                <a:lnTo>
                  <a:pt x="1079391" y="0"/>
                </a:lnTo>
                <a:lnTo>
                  <a:pt x="1079391" y="284015"/>
                </a:lnTo>
                <a:lnTo>
                  <a:pt x="0" y="284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0999" y="446611"/>
            <a:ext cx="1396237" cy="16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0"/>
              </a:lnSpc>
              <a:spcBef>
                <a:spcPct val="0"/>
              </a:spcBef>
            </a:pPr>
            <a:r>
              <a:rPr lang="en-US" b="true" sz="979">
                <a:solidFill>
                  <a:srgbClr val="FAFAFF"/>
                </a:solidFill>
                <a:latin typeface="Poppins Bold"/>
                <a:ea typeface="Poppins Bold"/>
                <a:cs typeface="Poppins Bold"/>
                <a:sym typeface="Poppins Bold"/>
              </a:rPr>
              <a:t>ASKAR MUSTHAFFA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9251" y="593191"/>
            <a:ext cx="1396237" cy="12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"/>
              </a:lnSpc>
              <a:spcBef>
                <a:spcPct val="0"/>
              </a:spcBef>
            </a:pPr>
            <a:r>
              <a:rPr lang="en-US" sz="711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Marketing Executive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1970" y="1427914"/>
            <a:ext cx="1288773" cy="7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"/>
              </a:lnSpc>
              <a:spcBef>
                <a:spcPct val="0"/>
              </a:spcBef>
            </a:pPr>
            <a:r>
              <a:rPr lang="en-US" sz="480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team@evalsy.com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0577" y="1230185"/>
            <a:ext cx="1288773" cy="7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"/>
              </a:lnSpc>
              <a:spcBef>
                <a:spcPct val="0"/>
              </a:spcBef>
            </a:pPr>
            <a:r>
              <a:rPr lang="en-US" sz="480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+977 9059 394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6389" y="1072379"/>
            <a:ext cx="1188637" cy="4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"/>
              </a:lnSpc>
            </a:pPr>
            <a:r>
              <a:rPr lang="en-US" sz="311" spc="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AI-POWERED HIRING. 90% FASTER. 70% CHEAPER.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97658" y="1437439"/>
            <a:ext cx="78980" cy="78980"/>
          </a:xfrm>
          <a:custGeom>
            <a:avLst/>
            <a:gdLst/>
            <a:ahLst/>
            <a:cxnLst/>
            <a:rect r="r" b="b" t="t" l="l"/>
            <a:pathLst>
              <a:path h="78980" w="78980">
                <a:moveTo>
                  <a:pt x="0" y="0"/>
                </a:moveTo>
                <a:lnTo>
                  <a:pt x="78980" y="0"/>
                </a:lnTo>
                <a:lnTo>
                  <a:pt x="78980" y="78980"/>
                </a:lnTo>
                <a:lnTo>
                  <a:pt x="0" y="789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7658" y="1339409"/>
            <a:ext cx="78980" cy="78980"/>
          </a:xfrm>
          <a:custGeom>
            <a:avLst/>
            <a:gdLst/>
            <a:ahLst/>
            <a:cxnLst/>
            <a:rect r="r" b="b" t="t" l="l"/>
            <a:pathLst>
              <a:path h="78980" w="78980">
                <a:moveTo>
                  <a:pt x="0" y="0"/>
                </a:moveTo>
                <a:lnTo>
                  <a:pt x="78980" y="0"/>
                </a:lnTo>
                <a:lnTo>
                  <a:pt x="78980" y="78980"/>
                </a:lnTo>
                <a:lnTo>
                  <a:pt x="0" y="789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658" y="1241379"/>
            <a:ext cx="78980" cy="78980"/>
          </a:xfrm>
          <a:custGeom>
            <a:avLst/>
            <a:gdLst/>
            <a:ahLst/>
            <a:cxnLst/>
            <a:rect r="r" b="b" t="t" l="l"/>
            <a:pathLst>
              <a:path h="78980" w="78980">
                <a:moveTo>
                  <a:pt x="0" y="0"/>
                </a:moveTo>
                <a:lnTo>
                  <a:pt x="78980" y="0"/>
                </a:lnTo>
                <a:lnTo>
                  <a:pt x="78980" y="78980"/>
                </a:lnTo>
                <a:lnTo>
                  <a:pt x="0" y="789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97658" y="1538947"/>
            <a:ext cx="78980" cy="78980"/>
          </a:xfrm>
          <a:custGeom>
            <a:avLst/>
            <a:gdLst/>
            <a:ahLst/>
            <a:cxnLst/>
            <a:rect r="r" b="b" t="t" l="l"/>
            <a:pathLst>
              <a:path h="78980" w="78980">
                <a:moveTo>
                  <a:pt x="0" y="0"/>
                </a:moveTo>
                <a:lnTo>
                  <a:pt x="78980" y="0"/>
                </a:lnTo>
                <a:lnTo>
                  <a:pt x="78980" y="78980"/>
                </a:lnTo>
                <a:lnTo>
                  <a:pt x="0" y="78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21970" y="1329884"/>
            <a:ext cx="1288773" cy="7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"/>
              </a:lnSpc>
              <a:spcBef>
                <a:spcPct val="0"/>
              </a:spcBef>
            </a:pPr>
            <a:r>
              <a:rPr lang="en-US" sz="480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www.evalsy.com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21970" y="1532161"/>
            <a:ext cx="1288773" cy="16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"/>
              </a:lnSpc>
              <a:spcBef>
                <a:spcPct val="0"/>
              </a:spcBef>
            </a:pPr>
            <a:r>
              <a:rPr lang="en-US" sz="480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2 Havelock Road, #05-10 </a:t>
            </a:r>
          </a:p>
          <a:p>
            <a:pPr algn="l" marL="0" indent="0" lvl="0">
              <a:lnSpc>
                <a:spcPts val="672"/>
              </a:lnSpc>
              <a:spcBef>
                <a:spcPct val="0"/>
              </a:spcBef>
            </a:pPr>
            <a:r>
              <a:rPr lang="en-US" sz="480" strike="noStrike" u="none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Havelock II, Singapore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DD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8159" y="-321837"/>
            <a:ext cx="2510212" cy="2368727"/>
          </a:xfrm>
          <a:custGeom>
            <a:avLst/>
            <a:gdLst/>
            <a:ahLst/>
            <a:cxnLst/>
            <a:rect r="r" b="b" t="t" l="l"/>
            <a:pathLst>
              <a:path h="2368727" w="2510212">
                <a:moveTo>
                  <a:pt x="0" y="0"/>
                </a:moveTo>
                <a:lnTo>
                  <a:pt x="2510212" y="0"/>
                </a:lnTo>
                <a:lnTo>
                  <a:pt x="2510212" y="2368726"/>
                </a:lnTo>
                <a:lnTo>
                  <a:pt x="0" y="2368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8347" y="-321837"/>
            <a:ext cx="2510212" cy="2368727"/>
          </a:xfrm>
          <a:custGeom>
            <a:avLst/>
            <a:gdLst/>
            <a:ahLst/>
            <a:cxnLst/>
            <a:rect r="r" b="b" t="t" l="l"/>
            <a:pathLst>
              <a:path h="2368727" w="2510212">
                <a:moveTo>
                  <a:pt x="0" y="0"/>
                </a:moveTo>
                <a:lnTo>
                  <a:pt x="2510212" y="0"/>
                </a:lnTo>
                <a:lnTo>
                  <a:pt x="2510212" y="2368726"/>
                </a:lnTo>
                <a:lnTo>
                  <a:pt x="0" y="2368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07771" y="1518089"/>
            <a:ext cx="3868242" cy="528801"/>
            <a:chOff x="0" y="0"/>
            <a:chExt cx="5730729" cy="783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30729" cy="783409"/>
            </a:xfrm>
            <a:custGeom>
              <a:avLst/>
              <a:gdLst/>
              <a:ahLst/>
              <a:cxnLst/>
              <a:rect r="r" b="b" t="t" l="l"/>
              <a:pathLst>
                <a:path h="783409" w="5730729">
                  <a:moveTo>
                    <a:pt x="0" y="0"/>
                  </a:moveTo>
                  <a:lnTo>
                    <a:pt x="5730729" y="0"/>
                  </a:lnTo>
                  <a:lnTo>
                    <a:pt x="5730729" y="783409"/>
                  </a:lnTo>
                  <a:lnTo>
                    <a:pt x="0" y="783409"/>
                  </a:lnTo>
                  <a:close/>
                </a:path>
              </a:pathLst>
            </a:custGeom>
            <a:solidFill>
              <a:srgbClr val="B10A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730729" cy="792934"/>
            </a:xfrm>
            <a:prstGeom prst="rect">
              <a:avLst/>
            </a:prstGeom>
          </p:spPr>
          <p:txBody>
            <a:bodyPr anchor="ctr" rtlCol="false" tIns="51613" lIns="51613" bIns="51613" rIns="51613"/>
            <a:lstStyle/>
            <a:p>
              <a:pPr algn="ctr">
                <a:lnSpc>
                  <a:spcPts val="9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46836" y="1575687"/>
            <a:ext cx="1506727" cy="12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"/>
              </a:lnSpc>
              <a:spcBef>
                <a:spcPct val="0"/>
              </a:spcBef>
            </a:pPr>
            <a:r>
              <a:rPr lang="en-US" sz="711" spc="36">
                <a:solidFill>
                  <a:srgbClr val="FAFAFF"/>
                </a:solidFill>
                <a:latin typeface="Poppins"/>
                <a:ea typeface="Poppins"/>
                <a:cs typeface="Poppins"/>
                <a:sym typeface="Poppins"/>
              </a:rPr>
              <a:t>www.evalsy.com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72357" y="675333"/>
            <a:ext cx="1079390" cy="284015"/>
          </a:xfrm>
          <a:custGeom>
            <a:avLst/>
            <a:gdLst/>
            <a:ahLst/>
            <a:cxnLst/>
            <a:rect r="r" b="b" t="t" l="l"/>
            <a:pathLst>
              <a:path h="284015" w="1079390">
                <a:moveTo>
                  <a:pt x="0" y="0"/>
                </a:moveTo>
                <a:lnTo>
                  <a:pt x="1079391" y="0"/>
                </a:lnTo>
                <a:lnTo>
                  <a:pt x="1079391" y="284014"/>
                </a:lnTo>
                <a:lnTo>
                  <a:pt x="0" y="284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DAGs85TAYGs</dc:identifier>
  <dcterms:modified xsi:type="dcterms:W3CDTF">2011-08-01T06:04:30Z</dcterms:modified>
  <cp:revision>1</cp:revision>
  <dc:title>Blue Grey Minimalist Modern Business Card </dc:title>
</cp:coreProperties>
</file>